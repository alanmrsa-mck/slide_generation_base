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notesSlides/notesSlide1.xml" ContentType="application/vnd.openxmlformats-officedocument.presentationml.notesSlide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notesSlides/notesSlide2.xml" ContentType="application/vnd.openxmlformats-officedocument.presentationml.notesSlide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notesSlides/notesSlide3.xml" ContentType="application/vnd.openxmlformats-officedocument.presentationml.notesSlide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notesSlides/notesSlide4.xml" ContentType="application/vnd.openxmlformats-officedocument.presentationml.notesSlide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notesSlides/notesSlide5.xml" ContentType="application/vnd.openxmlformats-officedocument.presentationml.notesSlide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64" r:id="rId5"/>
  </p:sldMasterIdLst>
  <p:notesMasterIdLst>
    <p:notesMasterId r:id="rId14"/>
  </p:notesMasterIdLst>
  <p:handoutMasterIdLst>
    <p:handoutMasterId r:id="rId15"/>
  </p:handoutMasterIdLst>
  <p:sldIdLst>
    <p:sldId id="256" r:id="rId6"/>
    <p:sldId id="257" r:id="rId7"/>
    <p:sldId id="3700" r:id="rId8"/>
    <p:sldId id="3701" r:id="rId9"/>
    <p:sldId id="3824" r:id="rId10"/>
    <p:sldId id="3702" r:id="rId11"/>
    <p:sldId id="2147374971" r:id="rId12"/>
    <p:sldId id="2147374973" r:id="rId13"/>
  </p:sldIdLst>
  <p:sldSz cx="12192000" cy="6858000"/>
  <p:notesSz cx="7102475" cy="9388475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497640-9F12-D0D7-23C7-745A10EB2387}" name="Srikanth Jayarajan" initials="SJ" userId="dMYpSlfjzFcYPEDsXjVgLmU1LCIkAjLNCqtAilE+2dM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D0D0"/>
    <a:srgbClr val="051C2C"/>
    <a:srgbClr val="000000"/>
    <a:srgbClr val="7F7F7F"/>
    <a:srgbClr val="AFC3FF"/>
    <a:srgbClr val="0D3171"/>
    <a:srgbClr val="E6E6E6"/>
    <a:srgbClr val="4D4D4D"/>
    <a:srgbClr val="00A9F4"/>
    <a:srgbClr val="1F4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57" autoAdjust="0"/>
  </p:normalViewPr>
  <p:slideViewPr>
    <p:cSldViewPr snapToGrid="0" snapToObjects="1">
      <p:cViewPr varScale="1">
        <p:scale>
          <a:sx n="84" d="100"/>
          <a:sy n="84" d="100"/>
        </p:scale>
        <p:origin x="47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>
        <p:scale>
          <a:sx n="75" d="100"/>
          <a:sy n="75" d="100"/>
        </p:scale>
        <p:origin x="3954" y="2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18 May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18 May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0CB7C52D-12F1-4B27-95B4-DB01358D5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400"/>
      </a:spcBef>
      <a:spcAft>
        <a:spcPts val="4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71450" indent="-171450" algn="l" defTabSz="914400" rtl="0" eaLnBrk="1" latinLnBrk="0" hangingPunct="1">
      <a:buFont typeface="Wingdings" panose="05000000000000000000" pitchFamily="2" charset="2"/>
      <a:buChar char="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400050" indent="-171450" algn="l" defTabSz="914400" rtl="0" eaLnBrk="1" latinLnBrk="0" hangingPunct="1">
      <a:buFont typeface="Arial" panose="020B0604020202020204" pitchFamily="34" charset="0"/>
      <a:buChar char="―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579437" indent="-171450" algn="l" defTabSz="914400" rtl="0" eaLnBrk="1" latinLnBrk="0" hangingPunct="1">
      <a:buFont typeface="Arial" panose="020B0604020202020204" pitchFamily="34" charset="0"/>
      <a:buChar char="»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750887" indent="-171450" algn="l" defTabSz="914400" rtl="0" eaLnBrk="1" latinLnBrk="0" hangingPunct="1">
      <a:buFont typeface="Arial" panose="020B0604020202020204" pitchFamily="34" charset="0"/>
      <a:buChar char="›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18 May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06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18 May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28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18 May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024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18 May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85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18 May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527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oleObject" Target="../embeddings/oleObject2.bin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image" Target="../media/image4.sv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3.jpg"/><Relationship Id="rId5" Type="http://schemas.openxmlformats.org/officeDocument/2006/relationships/tags" Target="../tags/tag27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10" Type="http://schemas.openxmlformats.org/officeDocument/2006/relationships/image" Target="../media/image1.emf"/><Relationship Id="rId4" Type="http://schemas.openxmlformats.org/officeDocument/2006/relationships/tags" Target="../tags/tag35.xml"/><Relationship Id="rId9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4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9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10" Type="http://schemas.openxmlformats.org/officeDocument/2006/relationships/image" Target="../media/image6.emf"/><Relationship Id="rId4" Type="http://schemas.openxmlformats.org/officeDocument/2006/relationships/tags" Target="../tags/tag56.xml"/><Relationship Id="rId9" Type="http://schemas.openxmlformats.org/officeDocument/2006/relationships/oleObject" Target="../embeddings/oleObject5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../media/image1.emf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oleObject" Target="../embeddings/oleObject6.bin"/><Relationship Id="rId5" Type="http://schemas.openxmlformats.org/officeDocument/2006/relationships/tags" Target="../tags/tag6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3.xml"/><Relationship Id="rId9" Type="http://schemas.openxmlformats.org/officeDocument/2006/relationships/tags" Target="../tags/tag68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image" Target="../media/image1.emf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oleObject" Target="../embeddings/oleObject7.bin"/><Relationship Id="rId5" Type="http://schemas.openxmlformats.org/officeDocument/2006/relationships/tags" Target="../tags/tag73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2.xml"/><Relationship Id="rId9" Type="http://schemas.openxmlformats.org/officeDocument/2006/relationships/tags" Target="../tags/tag77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image" Target="../media/image1.emf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oleObject" Target="../embeddings/oleObject8.bin"/><Relationship Id="rId5" Type="http://schemas.openxmlformats.org/officeDocument/2006/relationships/tags" Target="../tags/tag8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1.xml"/><Relationship Id="rId9" Type="http://schemas.openxmlformats.org/officeDocument/2006/relationships/tags" Target="../tags/tag86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image" Target="../media/image7.emf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oleObject" Target="../embeddings/oleObject9.bin"/><Relationship Id="rId5" Type="http://schemas.openxmlformats.org/officeDocument/2006/relationships/tags" Target="../tags/tag9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0.xml"/><Relationship Id="rId9" Type="http://schemas.openxmlformats.org/officeDocument/2006/relationships/tags" Target="../tags/tag95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12" Type="http://schemas.openxmlformats.org/officeDocument/2006/relationships/image" Target="../media/image1.emf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oleObject" Target="../embeddings/oleObject8.bin"/><Relationship Id="rId5" Type="http://schemas.openxmlformats.org/officeDocument/2006/relationships/tags" Target="../tags/tag10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9.xml"/><Relationship Id="rId9" Type="http://schemas.openxmlformats.org/officeDocument/2006/relationships/tags" Target="../tags/tag10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9.xml"/><Relationship Id="rId4" Type="http://schemas.openxmlformats.org/officeDocument/2006/relationships/tags" Target="../tags/tag108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3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tags" Target="../tags/tag116.xml"/><Relationship Id="rId7" Type="http://schemas.openxmlformats.org/officeDocument/2006/relationships/image" Target="../media/image8.sv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3.jp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7.xml"/><Relationship Id="rId9" Type="http://schemas.openxmlformats.org/officeDocument/2006/relationships/image" Target="../media/image5.emf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13" Type="http://schemas.openxmlformats.org/officeDocument/2006/relationships/oleObject" Target="../embeddings/oleObject12.bin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image" Target="../media/image4.svg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image" Target="../media/image3.jpg"/><Relationship Id="rId5" Type="http://schemas.openxmlformats.org/officeDocument/2006/relationships/tags" Target="../tags/tag143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image" Target="../media/image5.emf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10" Type="http://schemas.openxmlformats.org/officeDocument/2006/relationships/image" Target="../media/image1.emf"/><Relationship Id="rId4" Type="http://schemas.openxmlformats.org/officeDocument/2006/relationships/tags" Target="../tags/tag151.xml"/><Relationship Id="rId9" Type="http://schemas.openxmlformats.org/officeDocument/2006/relationships/oleObject" Target="../embeddings/oleObject13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5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6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16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9" Type="http://schemas.openxmlformats.org/officeDocument/2006/relationships/image" Target="../media/image6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71.xml"/><Relationship Id="rId7" Type="http://schemas.openxmlformats.org/officeDocument/2006/relationships/tags" Target="../tags/tag175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10" Type="http://schemas.openxmlformats.org/officeDocument/2006/relationships/image" Target="../media/image6.emf"/><Relationship Id="rId4" Type="http://schemas.openxmlformats.org/officeDocument/2006/relationships/tags" Target="../tags/tag172.xml"/><Relationship Id="rId9" Type="http://schemas.openxmlformats.org/officeDocument/2006/relationships/oleObject" Target="../embeddings/oleObject15.bin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83.xml"/><Relationship Id="rId3" Type="http://schemas.openxmlformats.org/officeDocument/2006/relationships/tags" Target="../tags/tag178.xml"/><Relationship Id="rId7" Type="http://schemas.openxmlformats.org/officeDocument/2006/relationships/tags" Target="../tags/tag182.xml"/><Relationship Id="rId12" Type="http://schemas.openxmlformats.org/officeDocument/2006/relationships/image" Target="../media/image1.emf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oleObject" Target="../embeddings/oleObject16.bin"/><Relationship Id="rId5" Type="http://schemas.openxmlformats.org/officeDocument/2006/relationships/tags" Target="../tags/tag180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79.xml"/><Relationship Id="rId9" Type="http://schemas.openxmlformats.org/officeDocument/2006/relationships/tags" Target="../tags/tag184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92.xml"/><Relationship Id="rId3" Type="http://schemas.openxmlformats.org/officeDocument/2006/relationships/tags" Target="../tags/tag187.xml"/><Relationship Id="rId7" Type="http://schemas.openxmlformats.org/officeDocument/2006/relationships/tags" Target="../tags/tag191.xml"/><Relationship Id="rId12" Type="http://schemas.openxmlformats.org/officeDocument/2006/relationships/image" Target="../media/image1.emf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6" Type="http://schemas.openxmlformats.org/officeDocument/2006/relationships/tags" Target="../tags/tag190.xml"/><Relationship Id="rId11" Type="http://schemas.openxmlformats.org/officeDocument/2006/relationships/oleObject" Target="../embeddings/oleObject17.bin"/><Relationship Id="rId5" Type="http://schemas.openxmlformats.org/officeDocument/2006/relationships/tags" Target="../tags/tag189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88.xml"/><Relationship Id="rId9" Type="http://schemas.openxmlformats.org/officeDocument/2006/relationships/tags" Target="../tags/tag193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201.xml"/><Relationship Id="rId3" Type="http://schemas.openxmlformats.org/officeDocument/2006/relationships/tags" Target="../tags/tag196.xml"/><Relationship Id="rId7" Type="http://schemas.openxmlformats.org/officeDocument/2006/relationships/tags" Target="../tags/tag200.xml"/><Relationship Id="rId12" Type="http://schemas.openxmlformats.org/officeDocument/2006/relationships/image" Target="../media/image10.emf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11" Type="http://schemas.openxmlformats.org/officeDocument/2006/relationships/oleObject" Target="../embeddings/oleObject18.bin"/><Relationship Id="rId5" Type="http://schemas.openxmlformats.org/officeDocument/2006/relationships/tags" Target="../tags/tag19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97.xml"/><Relationship Id="rId9" Type="http://schemas.openxmlformats.org/officeDocument/2006/relationships/tags" Target="../tags/tag20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12" Type="http://schemas.openxmlformats.org/officeDocument/2006/relationships/image" Target="../media/image1.emf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11" Type="http://schemas.openxmlformats.org/officeDocument/2006/relationships/oleObject" Target="../embeddings/oleObject19.bin"/><Relationship Id="rId5" Type="http://schemas.openxmlformats.org/officeDocument/2006/relationships/tags" Target="../tags/tag20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06.xml"/><Relationship Id="rId9" Type="http://schemas.openxmlformats.org/officeDocument/2006/relationships/tags" Target="../tags/tag21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19.xml"/><Relationship Id="rId3" Type="http://schemas.openxmlformats.org/officeDocument/2006/relationships/tags" Target="../tags/tag214.xml"/><Relationship Id="rId7" Type="http://schemas.openxmlformats.org/officeDocument/2006/relationships/tags" Target="../tags/tag218.xml"/><Relationship Id="rId12" Type="http://schemas.openxmlformats.org/officeDocument/2006/relationships/image" Target="../media/image10.emf"/><Relationship Id="rId2" Type="http://schemas.openxmlformats.org/officeDocument/2006/relationships/tags" Target="../tags/tag213.xml"/><Relationship Id="rId1" Type="http://schemas.openxmlformats.org/officeDocument/2006/relationships/tags" Target="../tags/tag212.xml"/><Relationship Id="rId6" Type="http://schemas.openxmlformats.org/officeDocument/2006/relationships/tags" Target="../tags/tag217.xml"/><Relationship Id="rId11" Type="http://schemas.openxmlformats.org/officeDocument/2006/relationships/oleObject" Target="../embeddings/oleObject20.bin"/><Relationship Id="rId5" Type="http://schemas.openxmlformats.org/officeDocument/2006/relationships/tags" Target="../tags/tag216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15.xml"/><Relationship Id="rId9" Type="http://schemas.openxmlformats.org/officeDocument/2006/relationships/tags" Target="../tags/tag220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228.xml"/><Relationship Id="rId3" Type="http://schemas.openxmlformats.org/officeDocument/2006/relationships/tags" Target="../tags/tag223.xml"/><Relationship Id="rId7" Type="http://schemas.openxmlformats.org/officeDocument/2006/relationships/tags" Target="../tags/tag227.xml"/><Relationship Id="rId12" Type="http://schemas.openxmlformats.org/officeDocument/2006/relationships/image" Target="../media/image10.emf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6" Type="http://schemas.openxmlformats.org/officeDocument/2006/relationships/tags" Target="../tags/tag226.xml"/><Relationship Id="rId11" Type="http://schemas.openxmlformats.org/officeDocument/2006/relationships/oleObject" Target="../embeddings/oleObject21.bin"/><Relationship Id="rId5" Type="http://schemas.openxmlformats.org/officeDocument/2006/relationships/tags" Target="../tags/tag225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24.xml"/><Relationship Id="rId9" Type="http://schemas.openxmlformats.org/officeDocument/2006/relationships/tags" Target="../tags/tag229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237.xml"/><Relationship Id="rId3" Type="http://schemas.openxmlformats.org/officeDocument/2006/relationships/tags" Target="../tags/tag232.xml"/><Relationship Id="rId7" Type="http://schemas.openxmlformats.org/officeDocument/2006/relationships/tags" Target="../tags/tag236.xml"/><Relationship Id="rId12" Type="http://schemas.openxmlformats.org/officeDocument/2006/relationships/image" Target="../media/image1.emf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6" Type="http://schemas.openxmlformats.org/officeDocument/2006/relationships/tags" Target="../tags/tag235.xml"/><Relationship Id="rId11" Type="http://schemas.openxmlformats.org/officeDocument/2006/relationships/oleObject" Target="../embeddings/oleObject22.bin"/><Relationship Id="rId5" Type="http://schemas.openxmlformats.org/officeDocument/2006/relationships/tags" Target="../tags/tag23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33.xml"/><Relationship Id="rId9" Type="http://schemas.openxmlformats.org/officeDocument/2006/relationships/tags" Target="../tags/tag238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46.xml"/><Relationship Id="rId3" Type="http://schemas.openxmlformats.org/officeDocument/2006/relationships/tags" Target="../tags/tag241.xml"/><Relationship Id="rId7" Type="http://schemas.openxmlformats.org/officeDocument/2006/relationships/tags" Target="../tags/tag245.xml"/><Relationship Id="rId12" Type="http://schemas.openxmlformats.org/officeDocument/2006/relationships/image" Target="../media/image1.emf"/><Relationship Id="rId2" Type="http://schemas.openxmlformats.org/officeDocument/2006/relationships/tags" Target="../tags/tag240.xml"/><Relationship Id="rId1" Type="http://schemas.openxmlformats.org/officeDocument/2006/relationships/tags" Target="../tags/tag239.xml"/><Relationship Id="rId6" Type="http://schemas.openxmlformats.org/officeDocument/2006/relationships/tags" Target="../tags/tag244.xml"/><Relationship Id="rId11" Type="http://schemas.openxmlformats.org/officeDocument/2006/relationships/oleObject" Target="../embeddings/oleObject23.bin"/><Relationship Id="rId5" Type="http://schemas.openxmlformats.org/officeDocument/2006/relationships/tags" Target="../tags/tag243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42.xml"/><Relationship Id="rId9" Type="http://schemas.openxmlformats.org/officeDocument/2006/relationships/tags" Target="../tags/tag247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tags" Target="../tags/tag24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52.xml"/><Relationship Id="rId4" Type="http://schemas.openxmlformats.org/officeDocument/2006/relationships/tags" Target="../tags/tag25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56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tags" Target="../tags/tag259.xml"/><Relationship Id="rId7" Type="http://schemas.openxmlformats.org/officeDocument/2006/relationships/image" Target="../media/image8.svg"/><Relationship Id="rId2" Type="http://schemas.openxmlformats.org/officeDocument/2006/relationships/tags" Target="../tags/tag258.xml"/><Relationship Id="rId1" Type="http://schemas.openxmlformats.org/officeDocument/2006/relationships/tags" Target="../tags/tag257.xml"/><Relationship Id="rId6" Type="http://schemas.openxmlformats.org/officeDocument/2006/relationships/image" Target="../media/image3.jp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60.xml"/><Relationship Id="rId9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ackground">
            <a:extLst>
              <a:ext uri="{FF2B5EF4-FFF2-40B4-BE49-F238E27FC236}">
                <a16:creationId xmlns:a16="http://schemas.microsoft.com/office/drawing/2014/main" id="{BCFEF986-9186-F0C0-29CC-344333767E3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FB5CAFB0-12DB-3ECB-96AD-62B18CAF3B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03474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44" imgH="344" progId="TCLayout.ActiveDocument.1">
                  <p:embed/>
                </p:oleObj>
              </mc:Choice>
              <mc:Fallback>
                <p:oleObj name="think-cell Slide" r:id="rId13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7" name="logoimage">
            <a:extLst>
              <a:ext uri="{FF2B5EF4-FFF2-40B4-BE49-F238E27FC236}">
                <a16:creationId xmlns:a16="http://schemas.microsoft.com/office/drawing/2014/main" id="{949772D7-BAE9-BB95-C2D5-92588AD0D7EC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F430752-9F46-430E-93A8-58E8FAF852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C9A1A2-5968-4C0E-9E0B-C061BA0E7F3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 userDrawn="1">
            <p:ph type="pic" sz="quarter" idx="14" hasCustomPrompt="1"/>
            <p:custDataLst>
              <p:tags r:id="rId5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6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7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 userDrawn="1">
            <p:ph type="title"/>
            <p:custDataLst>
              <p:tags r:id="rId8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Disclaimer-English (United States)">
            <a:extLst>
              <a:ext uri="{FF2B5EF4-FFF2-40B4-BE49-F238E27FC236}">
                <a16:creationId xmlns:a16="http://schemas.microsoft.com/office/drawing/2014/main" id="{FB7A54AC-E14F-4BA1-B48F-5284B039668B}"/>
              </a:ext>
            </a:extLst>
          </p:cNvPr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2382874E-5BAC-44EB-9C53-2930F0FC66D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2A77292F-0F7C-43B4-9782-AB706C93BD6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608D4BB-56F5-4BF1-8C9C-8799BAA8CE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700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608D4BB-56F5-4BF1-8C9C-8799BAA8C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288743A-B5B4-4D5C-9D2C-F17D5A50E4B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D01A5A-D383-4F62-8841-DD01725307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11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D01A5A-D383-4F62-8841-DD01725307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AC2F000-47EB-4070-866B-EF082C9E10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79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2C7757ED-5357-4B01-BB59-15D4406B0F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18947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5518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DFA379-EDDB-4C62-A3BB-AC227312C6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089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784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0E1A178A-6BDC-4A0A-9F92-72F6EB95AD8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06A9E224-CFBD-42B8-A4C0-EFE2C017E52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5065776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F7FC2EC4-28A5-4B24-B46C-79BCB096434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9866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124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3" y="78768"/>
            <a:ext cx="346694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25798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346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CA286AFC-8B29-4E70-86B3-6C866D5BEC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37073CF3-4B2B-440D-B24E-174E36B7892F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7918704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61C78DC4-4C20-4AA3-93C4-00442F85A83B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379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A91FB312-B423-41B9-AEAA-2BE53183470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97749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LogoText">
            <a:extLst>
              <a:ext uri="{FF2B5EF4-FFF2-40B4-BE49-F238E27FC236}">
                <a16:creationId xmlns:a16="http://schemas.microsoft.com/office/drawing/2014/main" id="{92A63429-03F1-4595-BAE1-A5F5E74A0DF2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AEB01CB-E358-4EC5-960A-ABFC66CD5A2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7F09DF09-7587-AE72-141E-A41B41F9445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artnership">
            <a:extLst>
              <a:ext uri="{FF2B5EF4-FFF2-40B4-BE49-F238E27FC236}">
                <a16:creationId xmlns:a16="http://schemas.microsoft.com/office/drawing/2014/main" id="{90886F1E-7A28-AA11-3C3E-8B020F3D98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44" imgH="344" progId="TCLayout.ActiveDocument.1">
                  <p:embed/>
                </p:oleObj>
              </mc:Choice>
              <mc:Fallback>
                <p:oleObj name="think-cell Slide" r:id="rId8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logoimage">
            <a:extLst>
              <a:ext uri="{FF2B5EF4-FFF2-40B4-BE49-F238E27FC236}">
                <a16:creationId xmlns:a16="http://schemas.microsoft.com/office/drawing/2014/main" id="{732728C7-2C89-08A1-41A9-162BDB8C5CB9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0"/>
            <a:ext cx="1893201" cy="585216"/>
            <a:chOff x="549271" y="481160"/>
            <a:chExt cx="1893201" cy="585216"/>
          </a:xfrm>
        </p:grpSpPr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DD51008E-BD46-4558-BF00-CDD9F0CE18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C37904A-905D-4FD7-8DD4-604C419D9A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0E1AA1CA-B589-A148-3F5A-385105B9B6B6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artnership">
            <a:extLst>
              <a:ext uri="{FF2B5EF4-FFF2-40B4-BE49-F238E27FC236}">
                <a16:creationId xmlns:a16="http://schemas.microsoft.com/office/drawing/2014/main" id="{A820C1EA-1C46-FBE2-06AE-01690E3DC4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BEFF58C-83CF-420F-BF45-F188AE9E73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0021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344" imgH="344" progId="TCLayout.ActiveDocument.1">
                  <p:embed/>
                </p:oleObj>
              </mc:Choice>
              <mc:Fallback>
                <p:oleObj name="think-cell Slide" r:id="rId13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BEFF58C-83CF-420F-BF45-F188AE9E7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EC3B16-0840-4135-8BED-D45704C3559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2" name="ClientLogo">
            <a:extLst>
              <a:ext uri="{FF2B5EF4-FFF2-40B4-BE49-F238E27FC236}">
                <a16:creationId xmlns:a16="http://schemas.microsoft.com/office/drawing/2014/main" id="{5A541723-8353-4CC2-AFDA-19C8B3B786BF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4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3" name="Documenttype">
            <a:extLst>
              <a:ext uri="{FF2B5EF4-FFF2-40B4-BE49-F238E27FC236}">
                <a16:creationId xmlns:a16="http://schemas.microsoft.com/office/drawing/2014/main" id="{A8F38EAB-8863-4F94-ACD0-B6D27373BCC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51942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C219131-971A-4BF6-8DFB-186691126F2C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280F3D7-8B5E-4751-907E-C1D9BEBFDCB8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Disclaimer-English (United States)">
            <a:extLst>
              <a:ext uri="{FF2B5EF4-FFF2-40B4-BE49-F238E27FC236}">
                <a16:creationId xmlns:a16="http://schemas.microsoft.com/office/drawing/2014/main" id="{365FDE2E-B4AC-48A0-8D5A-94F648AEA896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11" name="logoimage">
            <a:extLst>
              <a:ext uri="{FF2B5EF4-FFF2-40B4-BE49-F238E27FC236}">
                <a16:creationId xmlns:a16="http://schemas.microsoft.com/office/drawing/2014/main" id="{1CF91F61-1A9C-80E4-FFA2-69DB20BBACC3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E8A472B5-EC20-41F1-91D8-281D2B5D8D1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5153A5B-4B89-4D4A-96F0-F9AFF4E7D0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8593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 dirty="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4515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86FA29AF-027A-4D55-B276-E2DD256DB9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21966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28294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298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775015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A42E5-8A95-48CC-91A7-EC09BEF8D2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139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A42E5-8A95-48CC-91A7-EC09BEF8D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96343A1-B4C8-41A2-9540-F666771DD0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4C99502-105F-4A25-9FB4-3478945E9E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312678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9948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989647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3786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017294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535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185615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2140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2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4385532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7060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8687019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1802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7837923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750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79495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1350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54736" y="3661200"/>
            <a:ext cx="2514600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379885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5464079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LogoText">
            <a:extLst>
              <a:ext uri="{FF2B5EF4-FFF2-40B4-BE49-F238E27FC236}">
                <a16:creationId xmlns:a16="http://schemas.microsoft.com/office/drawing/2014/main" id="{2F705A80-1DB0-43C3-A71A-9587E6BCC3A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196490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CA123D5B-74B8-F064-78F4-0D9EDB033343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62BD8777-62CB-D677-D858-25EAEF1734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42263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44" imgH="344" progId="TCLayout.ActiveDocument.1">
                  <p:embed/>
                </p:oleObj>
              </mc:Choice>
              <mc:Fallback>
                <p:oleObj name="think-cell Slide" r:id="rId8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logoimage">
            <a:extLst>
              <a:ext uri="{FF2B5EF4-FFF2-40B4-BE49-F238E27FC236}">
                <a16:creationId xmlns:a16="http://schemas.microsoft.com/office/drawing/2014/main" id="{AD0997EF-FD61-992F-A8FF-31AE0FC310F2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1"/>
            <a:ext cx="1893202" cy="585216"/>
            <a:chOff x="549271" y="481161"/>
            <a:chExt cx="1893202" cy="585216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FD120780-E7D0-42EA-AB5A-363335299EB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1"/>
              <a:ext cx="1893202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9C60168-96E8-4CC3-91EC-B2F7F57959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8"/>
              <a:ext cx="1893202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89705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4.xml"/><Relationship Id="rId26" Type="http://schemas.openxmlformats.org/officeDocument/2006/relationships/tags" Target="../tags/tag12.xml"/><Relationship Id="rId39" Type="http://schemas.openxmlformats.org/officeDocument/2006/relationships/image" Target="../media/image2.svg"/><Relationship Id="rId21" Type="http://schemas.openxmlformats.org/officeDocument/2006/relationships/tags" Target="../tags/tag7.xml"/><Relationship Id="rId34" Type="http://schemas.openxmlformats.org/officeDocument/2006/relationships/tags" Target="../tags/tag2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5" Type="http://schemas.openxmlformats.org/officeDocument/2006/relationships/tags" Target="../tags/tag11.xml"/><Relationship Id="rId33" Type="http://schemas.openxmlformats.org/officeDocument/2006/relationships/tags" Target="../tags/tag19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tags" Target="../tags/tag6.xml"/><Relationship Id="rId29" Type="http://schemas.openxmlformats.org/officeDocument/2006/relationships/tags" Target="../tags/tag1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10.xml"/><Relationship Id="rId32" Type="http://schemas.openxmlformats.org/officeDocument/2006/relationships/tags" Target="../tags/tag18.xml"/><Relationship Id="rId37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23" Type="http://schemas.openxmlformats.org/officeDocument/2006/relationships/tags" Target="../tags/tag9.xml"/><Relationship Id="rId28" Type="http://schemas.openxmlformats.org/officeDocument/2006/relationships/tags" Target="../tags/tag14.xml"/><Relationship Id="rId36" Type="http://schemas.openxmlformats.org/officeDocument/2006/relationships/tags" Target="../tags/tag2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5.xml"/><Relationship Id="rId31" Type="http://schemas.openxmlformats.org/officeDocument/2006/relationships/tags" Target="../tags/tag1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8.xml"/><Relationship Id="rId27" Type="http://schemas.openxmlformats.org/officeDocument/2006/relationships/tags" Target="../tags/tag13.xml"/><Relationship Id="rId30" Type="http://schemas.openxmlformats.org/officeDocument/2006/relationships/tags" Target="../tags/tag16.xml"/><Relationship Id="rId35" Type="http://schemas.openxmlformats.org/officeDocument/2006/relationships/tags" Target="../tags/tag2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2.xml"/><Relationship Id="rId26" Type="http://schemas.openxmlformats.org/officeDocument/2006/relationships/tags" Target="../tags/tag125.xml"/><Relationship Id="rId39" Type="http://schemas.openxmlformats.org/officeDocument/2006/relationships/tags" Target="../tags/tag138.xml"/><Relationship Id="rId21" Type="http://schemas.openxmlformats.org/officeDocument/2006/relationships/tags" Target="../tags/tag120.xml"/><Relationship Id="rId34" Type="http://schemas.openxmlformats.org/officeDocument/2006/relationships/tags" Target="../tags/tag133.xml"/><Relationship Id="rId42" Type="http://schemas.openxmlformats.org/officeDocument/2006/relationships/image" Target="../media/image9.svg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tags" Target="../tags/tag119.xml"/><Relationship Id="rId29" Type="http://schemas.openxmlformats.org/officeDocument/2006/relationships/tags" Target="../tags/tag128.xml"/><Relationship Id="rId41" Type="http://schemas.openxmlformats.org/officeDocument/2006/relationships/image" Target="../media/image5.emf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tags" Target="../tags/tag123.xml"/><Relationship Id="rId32" Type="http://schemas.openxmlformats.org/officeDocument/2006/relationships/tags" Target="../tags/tag131.xml"/><Relationship Id="rId37" Type="http://schemas.openxmlformats.org/officeDocument/2006/relationships/tags" Target="../tags/tag136.xml"/><Relationship Id="rId40" Type="http://schemas.openxmlformats.org/officeDocument/2006/relationships/oleObject" Target="../embeddings/oleObject11.bin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tags" Target="../tags/tag122.xml"/><Relationship Id="rId28" Type="http://schemas.openxmlformats.org/officeDocument/2006/relationships/tags" Target="../tags/tag127.xml"/><Relationship Id="rId36" Type="http://schemas.openxmlformats.org/officeDocument/2006/relationships/tags" Target="../tags/tag135.xml"/><Relationship Id="rId10" Type="http://schemas.openxmlformats.org/officeDocument/2006/relationships/slideLayout" Target="../slideLayouts/slideLayout24.xml"/><Relationship Id="rId19" Type="http://schemas.openxmlformats.org/officeDocument/2006/relationships/tags" Target="../tags/tag118.xml"/><Relationship Id="rId31" Type="http://schemas.openxmlformats.org/officeDocument/2006/relationships/tags" Target="../tags/tag130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tags" Target="../tags/tag121.xml"/><Relationship Id="rId27" Type="http://schemas.openxmlformats.org/officeDocument/2006/relationships/tags" Target="../tags/tag126.xml"/><Relationship Id="rId30" Type="http://schemas.openxmlformats.org/officeDocument/2006/relationships/tags" Target="../tags/tag129.xml"/><Relationship Id="rId35" Type="http://schemas.openxmlformats.org/officeDocument/2006/relationships/tags" Target="../tags/tag134.xml"/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tags" Target="../tags/tag124.xml"/><Relationship Id="rId33" Type="http://schemas.openxmlformats.org/officeDocument/2006/relationships/tags" Target="../tags/tag132.xml"/><Relationship Id="rId38" Type="http://schemas.openxmlformats.org/officeDocument/2006/relationships/tags" Target="../tags/tag1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584283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13" imgH="416" progId="TCLayout.ActiveDocument.1">
                  <p:embed/>
                </p:oleObj>
              </mc:Choice>
              <mc:Fallback>
                <p:oleObj name="think-cell Slide" r:id="rId3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6" name="Grid" hidden="1">
            <a:extLst>
              <a:ext uri="{FF2B5EF4-FFF2-40B4-BE49-F238E27FC236}">
                <a16:creationId xmlns:a16="http://schemas.microsoft.com/office/drawing/2014/main" id="{6579EC00-B6CE-6B6A-27BD-68A33477E9F1}"/>
              </a:ext>
            </a:extLst>
          </p:cNvPr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728000" y="4323600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A74D0957-B8E1-0203-5942-B3CDCECEFC07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A579D789-E781-7373-9902-2ED2044F84A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AE219666-526F-9C6F-0799-DEDE1ED7C6B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22CE313E-44F3-0F57-9118-789F5A7E4BE2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D0B5E1D7-1CD7-D84F-3620-B4FA0EF324DB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F40C396B-7721-8A80-0BC4-C8F93B6E54CA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D19BD4EA-9682-50D3-B979-152445E49E10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A0B6C31-1F56-F41C-44CD-9D5FBF4D0344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Arc 24" hidden="1">
                <a:extLst>
                  <a:ext uri="{FF2B5EF4-FFF2-40B4-BE49-F238E27FC236}">
                    <a16:creationId xmlns:a16="http://schemas.microsoft.com/office/drawing/2014/main" id="{B50CF1FE-8D31-700D-F0C2-ACB607372AE4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E34FB525-F2A2-061A-A353-799809BF5FC7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DC6EA1B-42E3-0F8A-87FD-05CAF1FDA5FA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349961EB-4044-DDFA-0CF7-F5D66FDD64FA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81D58525-2DB4-58E3-4841-2B88C4F9BBE1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D052903-9CD8-AB5E-E69F-03405F848828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BB370F7E-886E-6962-667A-24DD8C636B1C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12DC2918-BD74-B2EB-0BB2-D46E7084496E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8309338-2E0C-8EAB-278B-36BB84E8955A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28AA2C47-9903-4C18-8098-1106BE8B1977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85016F10-0401-6973-A0D0-23D227FF8FED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8041A10-C91C-7EF2-F7EA-D1D0412188C6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B1A7ADC8-55DF-963B-3C8A-AAB44F2EF672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654" r:id="rId2"/>
    <p:sldLayoutId id="2147483807" r:id="rId3"/>
    <p:sldLayoutId id="2147483800" r:id="rId4"/>
    <p:sldLayoutId id="2147483659" r:id="rId5"/>
    <p:sldLayoutId id="2147483804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79" r:id="rId12"/>
    <p:sldLayoutId id="2147483706" r:id="rId13"/>
    <p:sldLayoutId id="2147483718" r:id="rId14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3644373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344" imgH="344" progId="TCLayout.ActiveDocument.1">
                  <p:embed/>
                </p:oleObj>
              </mc:Choice>
              <mc:Fallback>
                <p:oleObj name="think-cell Slide" r:id="rId40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Grid" hidden="1">
            <a:extLst>
              <a:ext uri="{FF2B5EF4-FFF2-40B4-BE49-F238E27FC236}">
                <a16:creationId xmlns:a16="http://schemas.microsoft.com/office/drawing/2014/main" id="{4ADF17BC-6AB0-D905-BDC8-DB658360EB6C}"/>
              </a:ext>
            </a:extLst>
          </p:cNvPr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 userDrawn="1"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78CA310D-6D76-F64D-43BD-A9F8058D0B83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5EB4C1BD-D02B-BD12-5727-6F58C39BD4C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760D5CA7-F2EA-45CF-81C8-C3EDA5FA395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EB43A491-1FC0-C08D-DC0F-9312F78D3BB5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41DC0170-C64F-96F4-DD57-F6BBE781B8CA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7E1C2B9C-8B0A-AC6B-B386-E28E8F253128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C1E862B0-BA6B-93BC-31CC-9EDF1CA824BB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A84F48-2944-98CC-156D-EC5FA62990B9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c 23" hidden="1">
                <a:extLst>
                  <a:ext uri="{FF2B5EF4-FFF2-40B4-BE49-F238E27FC236}">
                    <a16:creationId xmlns:a16="http://schemas.microsoft.com/office/drawing/2014/main" id="{49AE9D7C-3BC5-C5DD-0AFA-71D915D9D8D1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3623EFE0-7A55-35A0-763D-A7CCEABC5767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A3B4311-025C-426B-9E06-BDDA476EF4AE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9ABB8959-417A-20E2-3BFB-820D653F8B1E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7A7E4CBF-9B94-C8D7-EF8F-9662FD33055A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5A66490-5468-AC46-5ED5-E8212992AFCC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2164DC02-AF00-DEB2-344B-46D05BDC2865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37ACCC41-9C6B-7C20-5C62-B34B467FA718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731651-049D-FD74-10A9-3B77CDA9C26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5AADA01A-6C4E-7E32-6930-9C7BE1CCCDFC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E9C1FE7B-027B-2A18-4D77-A6B6DC1EDC9F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5520F20-D7D9-7F64-BF4E-B26721F00ED8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1AC3D5E5-FFBA-7695-4382-807739B76632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652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70" r:id="rId5"/>
    <p:sldLayoutId id="2147483871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80" r:id="rId15"/>
    <p:sldLayoutId id="2147483877" r:id="rId16"/>
    <p:sldLayoutId id="2147483899" r:id="rId17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263.xml"/><Relationship Id="rId7" Type="http://schemas.openxmlformats.org/officeDocument/2006/relationships/image" Target="../media/image7.emf"/><Relationship Id="rId2" Type="http://schemas.openxmlformats.org/officeDocument/2006/relationships/tags" Target="../tags/tag262.xml"/><Relationship Id="rId1" Type="http://schemas.openxmlformats.org/officeDocument/2006/relationships/tags" Target="../tags/tag261.xml"/><Relationship Id="rId6" Type="http://schemas.openxmlformats.org/officeDocument/2006/relationships/oleObject" Target="../embeddings/oleObject25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66.xml"/><Relationship Id="rId7" Type="http://schemas.openxmlformats.org/officeDocument/2006/relationships/tags" Target="../tags/tag270.xml"/><Relationship Id="rId12" Type="http://schemas.openxmlformats.org/officeDocument/2006/relationships/image" Target="../media/image12.svg"/><Relationship Id="rId2" Type="http://schemas.openxmlformats.org/officeDocument/2006/relationships/tags" Target="../tags/tag265.xml"/><Relationship Id="rId1" Type="http://schemas.openxmlformats.org/officeDocument/2006/relationships/tags" Target="../tags/tag264.xml"/><Relationship Id="rId6" Type="http://schemas.openxmlformats.org/officeDocument/2006/relationships/tags" Target="../tags/tag269.xml"/><Relationship Id="rId11" Type="http://schemas.openxmlformats.org/officeDocument/2006/relationships/image" Target="../media/image11.svg"/><Relationship Id="rId5" Type="http://schemas.openxmlformats.org/officeDocument/2006/relationships/tags" Target="../tags/tag268.xml"/><Relationship Id="rId10" Type="http://schemas.openxmlformats.org/officeDocument/2006/relationships/image" Target="../media/image6.emf"/><Relationship Id="rId4" Type="http://schemas.openxmlformats.org/officeDocument/2006/relationships/tags" Target="../tags/tag267.xml"/><Relationship Id="rId9" Type="http://schemas.openxmlformats.org/officeDocument/2006/relationships/oleObject" Target="../embeddings/oleObject26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tags" Target="../tags/tag273.xml"/><Relationship Id="rId7" Type="http://schemas.openxmlformats.org/officeDocument/2006/relationships/oleObject" Target="../embeddings/oleObject27.bin"/><Relationship Id="rId2" Type="http://schemas.openxmlformats.org/officeDocument/2006/relationships/tags" Target="../tags/tag272.xml"/><Relationship Id="rId1" Type="http://schemas.openxmlformats.org/officeDocument/2006/relationships/tags" Target="../tags/tag271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277.xml"/><Relationship Id="rId7" Type="http://schemas.openxmlformats.org/officeDocument/2006/relationships/tags" Target="../tags/tag281.xml"/><Relationship Id="rId12" Type="http://schemas.openxmlformats.org/officeDocument/2006/relationships/slide" Target="slide6.xml"/><Relationship Id="rId2" Type="http://schemas.openxmlformats.org/officeDocument/2006/relationships/tags" Target="../tags/tag276.xml"/><Relationship Id="rId1" Type="http://schemas.openxmlformats.org/officeDocument/2006/relationships/tags" Target="../tags/tag275.xml"/><Relationship Id="rId6" Type="http://schemas.openxmlformats.org/officeDocument/2006/relationships/tags" Target="../tags/tag280.xml"/><Relationship Id="rId11" Type="http://schemas.openxmlformats.org/officeDocument/2006/relationships/image" Target="../media/image13.emf"/><Relationship Id="rId5" Type="http://schemas.openxmlformats.org/officeDocument/2006/relationships/tags" Target="../tags/tag279.xml"/><Relationship Id="rId10" Type="http://schemas.openxmlformats.org/officeDocument/2006/relationships/oleObject" Target="../embeddings/oleObject28.bin"/><Relationship Id="rId4" Type="http://schemas.openxmlformats.org/officeDocument/2006/relationships/tags" Target="../tags/tag278.xml"/><Relationship Id="rId9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89.xml"/><Relationship Id="rId13" Type="http://schemas.openxmlformats.org/officeDocument/2006/relationships/image" Target="../media/image16.svg"/><Relationship Id="rId3" Type="http://schemas.openxmlformats.org/officeDocument/2006/relationships/tags" Target="../tags/tag284.xml"/><Relationship Id="rId7" Type="http://schemas.openxmlformats.org/officeDocument/2006/relationships/tags" Target="../tags/tag288.xml"/><Relationship Id="rId12" Type="http://schemas.openxmlformats.org/officeDocument/2006/relationships/image" Target="../media/image15.svg"/><Relationship Id="rId2" Type="http://schemas.openxmlformats.org/officeDocument/2006/relationships/tags" Target="../tags/tag283.xml"/><Relationship Id="rId1" Type="http://schemas.openxmlformats.org/officeDocument/2006/relationships/tags" Target="../tags/tag282.xml"/><Relationship Id="rId6" Type="http://schemas.openxmlformats.org/officeDocument/2006/relationships/tags" Target="../tags/tag287.xml"/><Relationship Id="rId11" Type="http://schemas.openxmlformats.org/officeDocument/2006/relationships/image" Target="../media/image14.svg"/><Relationship Id="rId5" Type="http://schemas.openxmlformats.org/officeDocument/2006/relationships/tags" Target="../tags/tag286.xml"/><Relationship Id="rId10" Type="http://schemas.openxmlformats.org/officeDocument/2006/relationships/notesSlide" Target="../notesSlides/notesSlide4.xml"/><Relationship Id="rId4" Type="http://schemas.openxmlformats.org/officeDocument/2006/relationships/tags" Target="../tags/tag285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292.xml"/><Relationship Id="rId7" Type="http://schemas.openxmlformats.org/officeDocument/2006/relationships/tags" Target="../tags/tag296.xml"/><Relationship Id="rId12" Type="http://schemas.openxmlformats.org/officeDocument/2006/relationships/slide" Target="slide4.xml"/><Relationship Id="rId2" Type="http://schemas.openxmlformats.org/officeDocument/2006/relationships/tags" Target="../tags/tag291.xml"/><Relationship Id="rId1" Type="http://schemas.openxmlformats.org/officeDocument/2006/relationships/tags" Target="../tags/tag290.xml"/><Relationship Id="rId6" Type="http://schemas.openxmlformats.org/officeDocument/2006/relationships/tags" Target="../tags/tag295.xml"/><Relationship Id="rId11" Type="http://schemas.openxmlformats.org/officeDocument/2006/relationships/image" Target="../media/image13.emf"/><Relationship Id="rId5" Type="http://schemas.openxmlformats.org/officeDocument/2006/relationships/tags" Target="../tags/tag294.xml"/><Relationship Id="rId10" Type="http://schemas.openxmlformats.org/officeDocument/2006/relationships/oleObject" Target="../embeddings/oleObject29.bin"/><Relationship Id="rId4" Type="http://schemas.openxmlformats.org/officeDocument/2006/relationships/tags" Target="../tags/tag293.xml"/><Relationship Id="rId9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99.xml"/><Relationship Id="rId7" Type="http://schemas.openxmlformats.org/officeDocument/2006/relationships/image" Target="../media/image18.emf"/><Relationship Id="rId2" Type="http://schemas.openxmlformats.org/officeDocument/2006/relationships/tags" Target="../tags/tag298.xml"/><Relationship Id="rId1" Type="http://schemas.openxmlformats.org/officeDocument/2006/relationships/tags" Target="../tags/tag297.xml"/><Relationship Id="rId6" Type="http://schemas.openxmlformats.org/officeDocument/2006/relationships/oleObject" Target="../embeddings/oleObject30.bin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0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308.xml"/><Relationship Id="rId13" Type="http://schemas.openxmlformats.org/officeDocument/2006/relationships/image" Target="../media/image19.emf"/><Relationship Id="rId18" Type="http://schemas.openxmlformats.org/officeDocument/2006/relationships/image" Target="../media/image24.png"/><Relationship Id="rId3" Type="http://schemas.openxmlformats.org/officeDocument/2006/relationships/tags" Target="../tags/tag303.xml"/><Relationship Id="rId7" Type="http://schemas.openxmlformats.org/officeDocument/2006/relationships/tags" Target="../tags/tag307.xml"/><Relationship Id="rId12" Type="http://schemas.openxmlformats.org/officeDocument/2006/relationships/oleObject" Target="../embeddings/oleObject31.bin"/><Relationship Id="rId17" Type="http://schemas.openxmlformats.org/officeDocument/2006/relationships/image" Target="../media/image23.png"/><Relationship Id="rId2" Type="http://schemas.openxmlformats.org/officeDocument/2006/relationships/tags" Target="../tags/tag302.xml"/><Relationship Id="rId16" Type="http://schemas.openxmlformats.org/officeDocument/2006/relationships/image" Target="../media/image22.png"/><Relationship Id="rId20" Type="http://schemas.openxmlformats.org/officeDocument/2006/relationships/image" Target="../media/image25.svg"/><Relationship Id="rId1" Type="http://schemas.openxmlformats.org/officeDocument/2006/relationships/tags" Target="../tags/tag301.xml"/><Relationship Id="rId6" Type="http://schemas.openxmlformats.org/officeDocument/2006/relationships/tags" Target="../tags/tag306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305.xml"/><Relationship Id="rId15" Type="http://schemas.openxmlformats.org/officeDocument/2006/relationships/image" Target="../media/image21.png"/><Relationship Id="rId10" Type="http://schemas.openxmlformats.org/officeDocument/2006/relationships/tags" Target="../tags/tag310.xml"/><Relationship Id="rId19" Type="http://schemas.openxmlformats.org/officeDocument/2006/relationships/hyperlink" Target="https://mckinsey.service-now.com/ghd?id=mck_ghd_kb_article&amp;sysparm_article=KO80169&amp;utm_medium=powerpoint&amp;utm_campaign=office_custom" TargetMode="External"/><Relationship Id="rId4" Type="http://schemas.openxmlformats.org/officeDocument/2006/relationships/tags" Target="../tags/tag304.xml"/><Relationship Id="rId9" Type="http://schemas.openxmlformats.org/officeDocument/2006/relationships/tags" Target="../tags/tag309.xml"/><Relationship Id="rId1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8" hidden="1">
            <a:extLst>
              <a:ext uri="{FF2B5EF4-FFF2-40B4-BE49-F238E27FC236}">
                <a16:creationId xmlns:a16="http://schemas.microsoft.com/office/drawing/2014/main" id="{DFC82A3A-0A2D-4C91-9164-E53833C359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36545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72" imgH="588" progId="TCLayout.ActiveDocument.1">
                  <p:embed/>
                </p:oleObj>
              </mc:Choice>
              <mc:Fallback>
                <p:oleObj name="think-cell Slide" r:id="rId6" imgW="572" imgH="588" progId="TCLayout.ActiveDocument.1">
                  <p:embed/>
                  <p:pic>
                    <p:nvPicPr>
                      <p:cNvPr id="3" name="Object 8" hidden="1">
                        <a:extLst>
                          <a:ext uri="{FF2B5EF4-FFF2-40B4-BE49-F238E27FC236}">
                            <a16:creationId xmlns:a16="http://schemas.microsoft.com/office/drawing/2014/main" id="{DFC82A3A-0A2D-4C91-9164-E53833C359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7" hidden="1">
            <a:extLst>
              <a:ext uri="{FF2B5EF4-FFF2-40B4-BE49-F238E27FC236}">
                <a16:creationId xmlns:a16="http://schemas.microsoft.com/office/drawing/2014/main" id="{108DE052-9238-470A-B7A3-D8EB461E3CE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4400" b="1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C4C79E0-583C-4EE6-80BA-90735595EFA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835DA42-CBF3-4299-9CD7-2662B8C52E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507EE703-C870-469C-8AF6-3299EC835F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FA5D4630-F7DD-45DE-8B28-13C4C3DDAD21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/>
              <a:t>One Firm Template</a:t>
            </a:r>
          </a:p>
        </p:txBody>
      </p:sp>
    </p:spTree>
    <p:extLst>
      <p:ext uri="{BB962C8B-B14F-4D97-AF65-F5344CB8AC3E}">
        <p14:creationId xmlns:p14="http://schemas.microsoft.com/office/powerpoint/2010/main" val="3095890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2" hidden="1">
            <a:extLst>
              <a:ext uri="{FF2B5EF4-FFF2-40B4-BE49-F238E27FC236}">
                <a16:creationId xmlns:a16="http://schemas.microsoft.com/office/drawing/2014/main" id="{BDAC8BBB-F81F-466B-B1A9-6F09D9529B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7" name="Object 2" hidden="1">
                        <a:extLst>
                          <a:ext uri="{FF2B5EF4-FFF2-40B4-BE49-F238E27FC236}">
                            <a16:creationId xmlns:a16="http://schemas.microsoft.com/office/drawing/2014/main" id="{BDAC8BBB-F81F-466B-B1A9-6F09D9529B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F87F80F4-14A0-475A-9B3E-F224CB411CA3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82372"/>
            <a:ext cx="11082528" cy="731520"/>
          </a:xfrm>
        </p:spPr>
        <p:txBody>
          <a:bodyPr vert="horz"/>
          <a:lstStyle/>
          <a:p>
            <a:r>
              <a:rPr lang="en-US" dirty="0"/>
              <a:t>Context for this document</a:t>
            </a:r>
          </a:p>
        </p:txBody>
      </p:sp>
      <p:cxnSp>
        <p:nvCxnSpPr>
          <p:cNvPr id="13" name="LineBasicDefault 7">
            <a:extLst>
              <a:ext uri="{FF2B5EF4-FFF2-40B4-BE49-F238E27FC236}">
                <a16:creationId xmlns:a16="http://schemas.microsoft.com/office/drawing/2014/main" id="{B431DAD3-6A6F-4785-A24C-B138ED3543DA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6096000" y="3090044"/>
            <a:ext cx="0" cy="2971797"/>
          </a:xfrm>
          <a:prstGeom prst="straightConnector1">
            <a:avLst/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9E9CE34-B1CD-403F-89B8-02CEB01B37C7}"/>
              </a:ext>
            </a:extLst>
          </p:cNvPr>
          <p:cNvSpPr txBox="1">
            <a:spLocks/>
          </p:cNvSpPr>
          <p:nvPr/>
        </p:nvSpPr>
        <p:spPr>
          <a:xfrm>
            <a:off x="554736" y="3686133"/>
            <a:ext cx="5257800" cy="2769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800" b="1" dirty="0">
                <a:effectLst/>
              </a:rPr>
              <a:t>What this document addresses…</a:t>
            </a:r>
            <a:endParaRPr lang="en-US" sz="18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A2D71B-51C3-4485-80A3-5DEBC62889FC}"/>
              </a:ext>
            </a:extLst>
          </p:cNvPr>
          <p:cNvSpPr txBox="1">
            <a:spLocks/>
          </p:cNvSpPr>
          <p:nvPr/>
        </p:nvSpPr>
        <p:spPr>
          <a:xfrm>
            <a:off x="6379464" y="3686133"/>
            <a:ext cx="5257800" cy="2769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800" b="1" dirty="0">
                <a:effectLst/>
              </a:rPr>
              <a:t>What this document does not address…</a:t>
            </a:r>
            <a:endParaRPr lang="en-US" sz="1800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A611B1B-D066-4C1F-AC29-71600F38B46A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554736" y="3140417"/>
            <a:ext cx="396228" cy="396228"/>
            <a:chOff x="1016000" y="1016000"/>
            <a:chExt cx="396228" cy="396228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6670D4E-4B02-459C-A6DD-CAC649262AEE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E851DE74-6711-4CE6-94DD-5194BB2E10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23614" y="1023614"/>
              <a:ext cx="381000" cy="3810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4EDBED5-C71B-4EBC-A95B-BFEF4D6427E7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6379464" y="3148031"/>
            <a:ext cx="396228" cy="396228"/>
            <a:chOff x="1016000" y="1016000"/>
            <a:chExt cx="396228" cy="39622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EFAA7E-B5D6-46FD-88D7-7676975F8EC7}"/>
                </a:ext>
              </a:extLst>
            </p:cNvPr>
            <p:cNvSpPr/>
            <p:nvPr/>
          </p:nvSpPr>
          <p:spPr>
            <a:xfrm>
              <a:off x="1016000" y="1016000"/>
              <a:ext cx="396228" cy="396228"/>
            </a:xfrm>
            <a:prstGeom prst="ellipse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84B21ADA-BBDE-4018-A4CC-3768456548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23614" y="1023614"/>
              <a:ext cx="381000" cy="381000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229D53A-749A-47FB-99D5-498C102AAA4F}"/>
              </a:ext>
            </a:extLst>
          </p:cNvPr>
          <p:cNvSpPr txBox="1"/>
          <p:nvPr/>
        </p:nvSpPr>
        <p:spPr>
          <a:xfrm>
            <a:off x="554736" y="1655669"/>
            <a:ext cx="11082528" cy="81560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dirty="0"/>
              <a:t>The material presented in this document is meant to guide a discussion about </a:t>
            </a:r>
            <a:r>
              <a:rPr lang="en-US" b="1" dirty="0"/>
              <a:t>[problem the team was asked to discuss]. </a:t>
            </a:r>
          </a:p>
          <a:p>
            <a:r>
              <a:rPr lang="en-US" dirty="0"/>
              <a:t>In preparing these materials and reflecting on the potential courses of action, this document considers </a:t>
            </a:r>
            <a:r>
              <a:rPr lang="en-US" b="1" dirty="0"/>
              <a:t>[include elements of holistic impact such as financial and operational, customer, employee, capability, and societal].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3E02B7-9A1A-43C1-B6F4-E7D376A0009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4736" y="4012918"/>
            <a:ext cx="5257800" cy="8525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spcBef>
                <a:spcPct val="30000"/>
              </a:spcBef>
            </a:pPr>
            <a:r>
              <a:rPr lang="en-US" sz="1400" dirty="0"/>
              <a:t>…</a:t>
            </a:r>
          </a:p>
          <a:p>
            <a:pPr lvl="1">
              <a:spcBef>
                <a:spcPct val="30000"/>
              </a:spcBef>
            </a:pPr>
            <a:r>
              <a:rPr lang="en-US" sz="1400" dirty="0"/>
              <a:t>…</a:t>
            </a:r>
          </a:p>
          <a:p>
            <a:pPr lvl="1">
              <a:spcBef>
                <a:spcPct val="30000"/>
              </a:spcBef>
            </a:pPr>
            <a:r>
              <a:rPr lang="en-US" sz="1400" dirty="0"/>
              <a:t>…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56C1AD-02D1-4893-B939-3E036F398C6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379464" y="4012918"/>
            <a:ext cx="5257800" cy="8525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spcBef>
                <a:spcPct val="30000"/>
              </a:spcBef>
            </a:pPr>
            <a:r>
              <a:rPr lang="en-US" sz="1400" dirty="0"/>
              <a:t>…</a:t>
            </a:r>
          </a:p>
          <a:p>
            <a:pPr lvl="1">
              <a:spcBef>
                <a:spcPct val="30000"/>
              </a:spcBef>
            </a:pPr>
            <a:r>
              <a:rPr lang="en-US" sz="1400" dirty="0"/>
              <a:t>…</a:t>
            </a:r>
          </a:p>
          <a:p>
            <a:pPr lvl="1">
              <a:spcBef>
                <a:spcPct val="30000"/>
              </a:spcBef>
            </a:pPr>
            <a:r>
              <a:rPr lang="en-US" sz="1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44231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933C704-A587-42BF-9179-A205EB15B8C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72" imgH="588" progId="TCLayout.ActiveDocument.1">
                  <p:embed/>
                </p:oleObj>
              </mc:Choice>
              <mc:Fallback>
                <p:oleObj name="think-cell Slide" r:id="rId7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933C704-A587-42BF-9179-A205EB15B8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" hidden="1">
            <a:extLst>
              <a:ext uri="{FF2B5EF4-FFF2-40B4-BE49-F238E27FC236}">
                <a16:creationId xmlns:a16="http://schemas.microsoft.com/office/drawing/2014/main" id="{650B6BA7-A54D-4342-967F-2A7950E39DD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51C2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2500" b="1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1F34EFAA-D773-4AF0-9C5B-7F41A04401A2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ECD35A-9941-4B3C-B1E4-74F1F7D4B47F}"/>
              </a:ext>
            </a:extLst>
          </p:cNvPr>
          <p:cNvSpPr txBox="1"/>
          <p:nvPr/>
        </p:nvSpPr>
        <p:spPr>
          <a:xfrm>
            <a:off x="554736" y="1614352"/>
            <a:ext cx="3465576" cy="557348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b="1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dirty="0"/>
              <a:t>Purpose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F3AF11-24F1-4947-8C6E-05E5CEA8234A}"/>
              </a:ext>
            </a:extLst>
          </p:cNvPr>
          <p:cNvSpPr txBox="1"/>
          <p:nvPr/>
        </p:nvSpPr>
        <p:spPr>
          <a:xfrm>
            <a:off x="4361688" y="1614352"/>
            <a:ext cx="3465576" cy="557348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b="1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dirty="0"/>
              <a:t>Layout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297506-FE91-41BD-A03A-A3DD413D849F}"/>
              </a:ext>
            </a:extLst>
          </p:cNvPr>
          <p:cNvSpPr txBox="1"/>
          <p:nvPr/>
        </p:nvSpPr>
        <p:spPr>
          <a:xfrm>
            <a:off x="8168640" y="1614352"/>
            <a:ext cx="3465576" cy="557348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b="1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dirty="0"/>
              <a:t>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2EB97F6-0AB7-4ACF-B77D-F45D737725D7}"/>
              </a:ext>
            </a:extLst>
          </p:cNvPr>
          <p:cNvSpPr txBox="1">
            <a:spLocks/>
          </p:cNvSpPr>
          <p:nvPr/>
        </p:nvSpPr>
        <p:spPr>
          <a:xfrm>
            <a:off x="554736" y="2255519"/>
            <a:ext cx="3465576" cy="390965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dirty="0"/>
              <a:t>The executive summary should be a brief, stand-alone version of a document that focuses on the most important messages, meant to be read rather than presented.</a:t>
            </a:r>
          </a:p>
          <a:p>
            <a:r>
              <a:rPr lang="en-US" dirty="0"/>
              <a:t>Do not include any content that is not in the body of the document.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57B51B5-2270-4EAD-ABCC-359B6307BA2D}"/>
              </a:ext>
            </a:extLst>
          </p:cNvPr>
          <p:cNvSpPr txBox="1">
            <a:spLocks/>
          </p:cNvSpPr>
          <p:nvPr/>
        </p:nvSpPr>
        <p:spPr>
          <a:xfrm>
            <a:off x="4361688" y="2255519"/>
            <a:ext cx="3465576" cy="390965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dirty="0"/>
              <a:t>Use the columns in this layout to organize the content.</a:t>
            </a:r>
          </a:p>
          <a:p>
            <a:r>
              <a:rPr lang="en-US" dirty="0"/>
              <a:t>If you need more than 3 columns, use two rows or add a second page.</a:t>
            </a:r>
          </a:p>
          <a:p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AB71C62-885C-4ECC-8D3C-61F68C7075C1}"/>
              </a:ext>
            </a:extLst>
          </p:cNvPr>
          <p:cNvSpPr txBox="1">
            <a:spLocks/>
          </p:cNvSpPr>
          <p:nvPr/>
        </p:nvSpPr>
        <p:spPr>
          <a:xfrm>
            <a:off x="8174736" y="2258568"/>
            <a:ext cx="3465576" cy="390965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dirty="0"/>
              <a:t>Be brief. Write the shortest, simplest sentences possible.</a:t>
            </a:r>
          </a:p>
          <a:p>
            <a:r>
              <a:rPr lang="en-US" dirty="0"/>
              <a:t>Favor active over passive verbs.</a:t>
            </a:r>
          </a:p>
          <a:p>
            <a:r>
              <a:rPr lang="en-US" dirty="0"/>
              <a:t>Use plain words and the client’s terminology, not consulting jargon.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5. Source">
            <a:extLst>
              <a:ext uri="{FF2B5EF4-FFF2-40B4-BE49-F238E27FC236}">
                <a16:creationId xmlns:a16="http://schemas.microsoft.com/office/drawing/2014/main" id="{2759B773-38D8-41C8-BEAB-410DD722955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281303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0DA00DC4-D54B-4105-99C7-86B9FCFCFF1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186" imgH="179" progId="TCLayout.ActiveDocument.1">
                  <p:embed/>
                </p:oleObj>
              </mc:Choice>
              <mc:Fallback>
                <p:oleObj name="think-cell Slide" r:id="rId10" imgW="186" imgH="179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0DA00DC4-D54B-4105-99C7-86B9FCFCFF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06F860C2-D819-4DC2-9761-7C073C30EC5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89773A46-7FAB-4E4B-A7B0-98CD03D7D86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9BFFF79E-437C-4A95-88F8-040A71DCC72A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06563"/>
            <a:ext cx="3813048" cy="346249"/>
          </a:xfrm>
        </p:spPr>
        <p:txBody>
          <a:bodyPr vert="horz">
            <a:sp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18" name="1. On-page tracker">
            <a:extLst>
              <a:ext uri="{FF2B5EF4-FFF2-40B4-BE49-F238E27FC236}">
                <a16:creationId xmlns:a16="http://schemas.microsoft.com/office/drawing/2014/main" id="{F68542A4-BED1-4371-BE4F-3A1D84D342C6}"/>
              </a:ext>
            </a:extLst>
          </p:cNvPr>
          <p:cNvSpPr>
            <a:spLocks noGrp="1"/>
          </p:cNvSpPr>
          <p:nvPr>
            <p:ph type="body" sz="quarter" idx="17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gray">
          <a:xfrm>
            <a:off x="4978399" y="3022600"/>
            <a:ext cx="6661150" cy="40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none" lIns="80963" tIns="80963" rIns="0" bIns="80963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tx2"/>
                </a:solidFill>
              </a:rPr>
              <a:t>Updates to the template</a:t>
            </a:r>
          </a:p>
        </p:txBody>
      </p:sp>
      <p:sp>
        <p:nvSpPr>
          <p:cNvPr id="9" name="Text Placeholder 2">
            <a:hlinkClick r:id="rId12" action="ppaction://hlinksldjump"/>
            <a:extLst>
              <a:ext uri="{FF2B5EF4-FFF2-40B4-BE49-F238E27FC236}">
                <a16:creationId xmlns:a16="http://schemas.microsoft.com/office/drawing/2014/main" id="{9A10DBDD-221A-4392-8BD8-22241DEF0726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gray">
          <a:xfrm>
            <a:off x="4978400" y="3429000"/>
            <a:ext cx="66611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80963" tIns="80963" rIns="0" bIns="80963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PowerPoint tips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601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 Slide Title">
            <a:extLst>
              <a:ext uri="{FF2B5EF4-FFF2-40B4-BE49-F238E27FC236}">
                <a16:creationId xmlns:a16="http://schemas.microsoft.com/office/drawing/2014/main" id="{D87B439C-F989-4005-81FC-D47FC66E233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Slide titles should be one or two lines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dirty="0"/>
              <a:t>for longer titles and additional layout options, right click the slide and select ‘Layout’</a:t>
            </a:r>
          </a:p>
        </p:txBody>
      </p:sp>
      <p:sp>
        <p:nvSpPr>
          <p:cNvPr id="4" name="3. Subtitle">
            <a:extLst>
              <a:ext uri="{FF2B5EF4-FFF2-40B4-BE49-F238E27FC236}">
                <a16:creationId xmlns:a16="http://schemas.microsoft.com/office/drawing/2014/main" id="{7ECC8CA7-42BC-4098-870C-1F366174F811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Use subtitles to add context (they are now slightly smaller to avoid crowding)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1FACC1-4178-45FB-A21D-B0583A38A11A}"/>
              </a:ext>
            </a:extLst>
          </p:cNvPr>
          <p:cNvSpPr txBox="1">
            <a:spLocks/>
          </p:cNvSpPr>
          <p:nvPr/>
        </p:nvSpPr>
        <p:spPr>
          <a:xfrm>
            <a:off x="534096" y="2884519"/>
            <a:ext cx="3465576" cy="2769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>
              <a:spcBef>
                <a:spcPts val="600"/>
              </a:spcBef>
              <a:spcAft>
                <a:spcPts val="300"/>
              </a:spcAft>
              <a:buFontTx/>
              <a:buNone/>
              <a:defRPr sz="1400">
                <a:latin typeface="+mj-lt"/>
              </a:defRPr>
            </a:lvl1pPr>
          </a:lstStyle>
          <a:p>
            <a:pPr algn="ctr">
              <a:defRPr/>
            </a:pPr>
            <a:r>
              <a:rPr lang="en-US" sz="1800" b="1" dirty="0">
                <a:latin typeface="+mn-lt"/>
                <a:cs typeface="Arial"/>
                <a:sym typeface="Theinhardt Pan Medium" panose="020B0604020101020102" pitchFamily="34" charset="0"/>
              </a:rPr>
              <a:t>New guidelines for color</a:t>
            </a:r>
            <a:endParaRPr lang="en-US" sz="1800" b="1" dirty="0">
              <a:latin typeface="+mn-lt"/>
              <a:cs typeface="Arial" panose="020B0604020202020204" pitchFamily="34" charset="0"/>
              <a:sym typeface="Theinhardt Pan Medium" panose="020B0604020101020102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F5957-6041-4D27-B954-E5C775F90C8D}"/>
              </a:ext>
            </a:extLst>
          </p:cNvPr>
          <p:cNvSpPr txBox="1">
            <a:spLocks/>
          </p:cNvSpPr>
          <p:nvPr/>
        </p:nvSpPr>
        <p:spPr>
          <a:xfrm>
            <a:off x="8174736" y="2884520"/>
            <a:ext cx="3465576" cy="2769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>
              <a:spcBef>
                <a:spcPts val="600"/>
              </a:spcBef>
              <a:spcAft>
                <a:spcPts val="300"/>
              </a:spcAft>
              <a:buFontTx/>
              <a:buNone/>
              <a:defRPr sz="2000" b="1"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1800" dirty="0">
                <a:cs typeface="Arial"/>
              </a:rPr>
              <a:t>New guidelines for font size</a:t>
            </a: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7C5D98-E980-458F-A369-C895B5025B36}"/>
              </a:ext>
            </a:extLst>
          </p:cNvPr>
          <p:cNvSpPr txBox="1">
            <a:spLocks/>
          </p:cNvSpPr>
          <p:nvPr/>
        </p:nvSpPr>
        <p:spPr>
          <a:xfrm>
            <a:off x="4355644" y="2884520"/>
            <a:ext cx="3465576" cy="27699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>
              <a:spcBef>
                <a:spcPts val="600"/>
              </a:spcBef>
              <a:spcAft>
                <a:spcPts val="300"/>
              </a:spcAft>
              <a:buFontTx/>
              <a:buNone/>
              <a:defRPr sz="1400">
                <a:latin typeface="+mj-lt"/>
              </a:defRPr>
            </a:lvl1pPr>
          </a:lstStyle>
          <a:p>
            <a:pPr algn="ctr">
              <a:defRPr/>
            </a:pPr>
            <a:r>
              <a:rPr lang="en-US" sz="1800" b="1" dirty="0">
                <a:latin typeface="+mn-lt"/>
                <a:cs typeface="Arial"/>
                <a:sym typeface="Theinhardt Pan Medium" panose="020B0604020101020102" pitchFamily="34" charset="0"/>
              </a:rPr>
              <a:t>New guidelines for bullets</a:t>
            </a:r>
            <a:endParaRPr lang="en-US" sz="1800" b="1" dirty="0">
              <a:latin typeface="+mn-lt"/>
              <a:cs typeface="Arial" panose="020B0604020202020204" pitchFamily="34" charset="0"/>
              <a:sym typeface="Theinhardt Pan Medium" panose="020B0604020101020102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F7504F-8925-4794-8E6E-83D353A5034C}"/>
              </a:ext>
            </a:extLst>
          </p:cNvPr>
          <p:cNvSpPr txBox="1">
            <a:spLocks/>
          </p:cNvSpPr>
          <p:nvPr/>
        </p:nvSpPr>
        <p:spPr>
          <a:xfrm>
            <a:off x="8156448" y="3395450"/>
            <a:ext cx="3465576" cy="1446550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>
                <a:cs typeface="Arial"/>
              </a:rPr>
              <a:t>Use a font size of 16 points or more for a presentation.</a:t>
            </a:r>
            <a:endParaRPr lang="en-US" sz="1400" dirty="0"/>
          </a:p>
          <a:p>
            <a:r>
              <a:rPr lang="en-US" sz="1400" dirty="0">
                <a:cs typeface="Arial"/>
              </a:rPr>
              <a:t>Use a font size of 12 points only for a </a:t>
            </a:r>
            <a:br>
              <a:rPr lang="en-US" sz="1400" dirty="0">
                <a:cs typeface="Arial"/>
              </a:rPr>
            </a:br>
            <a:r>
              <a:rPr lang="en-US" sz="1400" dirty="0">
                <a:cs typeface="Arial"/>
              </a:rPr>
              <a:t>pre-read or leave-behind document.</a:t>
            </a:r>
            <a:endParaRPr lang="en-US" sz="1400" dirty="0"/>
          </a:p>
          <a:p>
            <a:r>
              <a:rPr lang="en-US" sz="1400" dirty="0">
                <a:cs typeface="Arial"/>
              </a:rPr>
              <a:t>A font size of 10 points can be used for callouts or dense tables.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2FB9CB-E9C4-426D-B8B7-D4DDA0948A5C}"/>
              </a:ext>
            </a:extLst>
          </p:cNvPr>
          <p:cNvSpPr txBox="1">
            <a:spLocks/>
          </p:cNvSpPr>
          <p:nvPr/>
        </p:nvSpPr>
        <p:spPr>
          <a:xfrm>
            <a:off x="552732" y="3395450"/>
            <a:ext cx="3465576" cy="209288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sz="1400" dirty="0">
                <a:cs typeface="Arial"/>
              </a:rPr>
              <a:t>Use color strategically to direct attention to content by using icons, color in charts, and contrast layouts.</a:t>
            </a:r>
            <a:endParaRPr lang="en-US" sz="1400" dirty="0"/>
          </a:p>
          <a:p>
            <a:pPr>
              <a:buNone/>
            </a:pPr>
            <a:r>
              <a:rPr lang="en-US" sz="1400" dirty="0">
                <a:cs typeface="Arial"/>
              </a:rPr>
              <a:t>Use the new electric blue icons (examples above) to add colorful visual entry points to your document.</a:t>
            </a:r>
          </a:p>
          <a:p>
            <a:pPr>
              <a:buNone/>
            </a:pPr>
            <a:r>
              <a:rPr lang="en-US" sz="1400" dirty="0">
                <a:cs typeface="Arial"/>
              </a:rPr>
              <a:t>And use images from our TeamSlide Image Library to establish rhythm in your presentation.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25FB38-D7A7-4572-93DF-B67D31CF36E3}"/>
              </a:ext>
            </a:extLst>
          </p:cNvPr>
          <p:cNvSpPr txBox="1">
            <a:spLocks/>
          </p:cNvSpPr>
          <p:nvPr/>
        </p:nvSpPr>
        <p:spPr>
          <a:xfrm>
            <a:off x="4355644" y="3395450"/>
            <a:ext cx="3465576" cy="2346796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lvl="5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lvl="6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lvl="7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lvl="8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1400" dirty="0">
                <a:cs typeface="Arial"/>
              </a:rPr>
              <a:t>Manage bullet clutter by following these rules of thumb:</a:t>
            </a:r>
          </a:p>
          <a:p>
            <a:pPr lvl="1"/>
            <a:r>
              <a:rPr lang="en-US" sz="1400" dirty="0">
                <a:cs typeface="Arial"/>
              </a:rPr>
              <a:t>Consider applying bullets to lists with more than three items</a:t>
            </a:r>
          </a:p>
          <a:p>
            <a:pPr lvl="1"/>
            <a:r>
              <a:rPr lang="en-US" sz="1400" dirty="0">
                <a:cs typeface="Arial"/>
              </a:rPr>
              <a:t>Use bullets when you need to express hierarchy</a:t>
            </a:r>
            <a:endParaRPr lang="en-US" sz="1400" dirty="0"/>
          </a:p>
          <a:p>
            <a:pPr lvl="1"/>
            <a:r>
              <a:rPr lang="en-US" sz="1400" dirty="0">
                <a:cs typeface="Arial"/>
              </a:rPr>
              <a:t>Introduce a bulleted list with a sentence or phrase</a:t>
            </a:r>
            <a:endParaRPr lang="en-US" sz="1400" dirty="0"/>
          </a:p>
          <a:p>
            <a:pPr>
              <a:buNone/>
            </a:pPr>
            <a:r>
              <a:rPr lang="en-US" sz="1400" dirty="0">
                <a:cs typeface="Arial"/>
              </a:rPr>
              <a:t>For shorter lists, use text without bullets, properly spaced, like the lists on this page.</a:t>
            </a:r>
            <a:endParaRPr lang="en-US" sz="140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8F7DCA-D9EA-43C1-B5DB-C0E650DA9B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93616" y="1994085"/>
            <a:ext cx="402336" cy="402336"/>
          </a:xfrm>
          <a:prstGeom prst="rect">
            <a:avLst/>
          </a:prstGeom>
        </p:spPr>
      </p:pic>
      <p:grpSp>
        <p:nvGrpSpPr>
          <p:cNvPr id="12" name="CustomIcon">
            <a:extLst>
              <a:ext uri="{FF2B5EF4-FFF2-40B4-BE49-F238E27FC236}">
                <a16:creationId xmlns:a16="http://schemas.microsoft.com/office/drawing/2014/main" id="{5F737164-FB65-430F-8E10-4EC81985709E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613403" y="1755228"/>
            <a:ext cx="950058" cy="950058"/>
            <a:chOff x="-200025" y="-207010"/>
            <a:chExt cx="1019810" cy="101981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504F045-F564-4481-84B4-39315A80377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00025" y="-207010"/>
              <a:ext cx="1019810" cy="1019810"/>
            </a:xfrm>
            <a:prstGeom prst="ellipse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B5600958-F088-40DF-944A-C789773192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0" y="0"/>
              <a:ext cx="609600" cy="609600"/>
            </a:xfrm>
            <a:prstGeom prst="rect">
              <a:avLst/>
            </a:prstGeom>
          </p:spPr>
        </p:pic>
      </p:grpSp>
      <p:grpSp>
        <p:nvGrpSpPr>
          <p:cNvPr id="15" name="CustomIcon">
            <a:extLst>
              <a:ext uri="{FF2B5EF4-FFF2-40B4-BE49-F238E27FC236}">
                <a16:creationId xmlns:a16="http://schemas.microsoft.com/office/drawing/2014/main" id="{61ACAFA6-FCCD-4154-9350-1C191AD51240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9432495" y="1755228"/>
            <a:ext cx="950058" cy="950058"/>
            <a:chOff x="-200025" y="-207010"/>
            <a:chExt cx="1019810" cy="101981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6BC178A-A590-4851-A78F-EE0A6021A2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00025" y="-207010"/>
              <a:ext cx="1019810" cy="1019810"/>
            </a:xfrm>
            <a:prstGeom prst="ellipse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25BB21F6-7E54-4DDC-9B8F-B7A3B8815B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0" y="0"/>
              <a:ext cx="609600" cy="609600"/>
            </a:xfrm>
            <a:prstGeom prst="rect">
              <a:avLst/>
            </a:prstGeom>
          </p:spPr>
        </p:pic>
      </p:grpSp>
      <p:grpSp>
        <p:nvGrpSpPr>
          <p:cNvPr id="18" name="CustomIcon">
            <a:extLst>
              <a:ext uri="{FF2B5EF4-FFF2-40B4-BE49-F238E27FC236}">
                <a16:creationId xmlns:a16="http://schemas.microsoft.com/office/drawing/2014/main" id="{9B21C750-3AA2-4B04-A6E3-1F0BD1AB4755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1791855" y="1755228"/>
            <a:ext cx="950058" cy="950058"/>
            <a:chOff x="-200025" y="-207010"/>
            <a:chExt cx="1019810" cy="101981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C6B98C6-A565-4685-9A32-382EFAE324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00025" y="-207010"/>
              <a:ext cx="1019810" cy="1019810"/>
            </a:xfrm>
            <a:prstGeom prst="ellipse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884F2F5C-B839-4BC7-A042-EC13DDDC81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0" y="0"/>
              <a:ext cx="609600" cy="609600"/>
            </a:xfrm>
            <a:prstGeom prst="rect">
              <a:avLst/>
            </a:prstGeom>
          </p:spPr>
        </p:pic>
      </p:grpSp>
      <p:cxnSp>
        <p:nvCxnSpPr>
          <p:cNvPr id="21" name="LineContentSeparatorDefault 22">
            <a:extLst>
              <a:ext uri="{FF2B5EF4-FFF2-40B4-BE49-F238E27FC236}">
                <a16:creationId xmlns:a16="http://schemas.microsoft.com/office/drawing/2014/main" id="{B35BE237-9F37-4CD9-9A94-4FBA2C03BC24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552732" y="3253044"/>
            <a:ext cx="3465576" cy="0"/>
          </a:xfrm>
          <a:prstGeom prst="straightConnector1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LineContentSeparatorDefault 22">
            <a:extLst>
              <a:ext uri="{FF2B5EF4-FFF2-40B4-BE49-F238E27FC236}">
                <a16:creationId xmlns:a16="http://schemas.microsoft.com/office/drawing/2014/main" id="{A28BDD7E-BB37-4435-AEE6-E3D6CA1C015C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4355644" y="3253044"/>
            <a:ext cx="3465576" cy="0"/>
          </a:xfrm>
          <a:prstGeom prst="straightConnector1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LineContentSeparatorDefault 22">
            <a:extLst>
              <a:ext uri="{FF2B5EF4-FFF2-40B4-BE49-F238E27FC236}">
                <a16:creationId xmlns:a16="http://schemas.microsoft.com/office/drawing/2014/main" id="{E87FCF68-D178-49C0-A0E1-397D6D52F5E2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>
          <a:xfrm>
            <a:off x="8174736" y="3253044"/>
            <a:ext cx="3465576" cy="0"/>
          </a:xfrm>
          <a:prstGeom prst="straightConnector1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981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0DA00DC4-D54B-4105-99C7-86B9FCFCFF1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186" imgH="179" progId="TCLayout.ActiveDocument.1">
                  <p:embed/>
                </p:oleObj>
              </mc:Choice>
              <mc:Fallback>
                <p:oleObj name="think-cell Slide" r:id="rId10" imgW="186" imgH="179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0DA00DC4-D54B-4105-99C7-86B9FCFCFF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F731A480-28B5-49FA-8D72-CDE6B30B143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b="1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89773A46-7FAB-4E4B-A7B0-98CD03D7D86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b="1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9BFFF79E-437C-4A95-88F8-040A71DCC72A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06563"/>
            <a:ext cx="3813048" cy="346249"/>
          </a:xfrm>
        </p:spPr>
        <p:txBody>
          <a:bodyPr vert="horz">
            <a:sp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18" name="1. On-page tracker">
            <a:extLst>
              <a:ext uri="{FF2B5EF4-FFF2-40B4-BE49-F238E27FC236}">
                <a16:creationId xmlns:a16="http://schemas.microsoft.com/office/drawing/2014/main" id="{F68542A4-BED1-4371-BE4F-3A1D84D342C6}"/>
              </a:ext>
            </a:extLst>
          </p:cNvPr>
          <p:cNvSpPr>
            <a:spLocks noGrp="1"/>
          </p:cNvSpPr>
          <p:nvPr>
            <p:ph type="body" sz="quarter" idx="17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2">
            <a:hlinkClick r:id="rId12" action="ppaction://hlinksldjump"/>
            <a:extLst>
              <a:ext uri="{FF2B5EF4-FFF2-40B4-BE49-F238E27FC236}">
                <a16:creationId xmlns:a16="http://schemas.microsoft.com/office/drawing/2014/main" id="{B360B583-455C-2E43-BB6A-DB82A9F2692B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gray">
          <a:xfrm>
            <a:off x="4978399" y="3022600"/>
            <a:ext cx="66611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80963" tIns="80963" rIns="0" bIns="80963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/>
              <a:t>Updates to the template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0AC5BD1-403F-D340-A4EA-159E4D097915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gray">
          <a:xfrm>
            <a:off x="4978400" y="3429000"/>
            <a:ext cx="6661150" cy="40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none" lIns="80963" tIns="80963" rIns="0" bIns="80963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tx2"/>
                </a:solidFill>
              </a:rPr>
              <a:t>PowerPoint tips</a:t>
            </a:r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982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Object 2" hidden="1">
            <a:extLst>
              <a:ext uri="{FF2B5EF4-FFF2-40B4-BE49-F238E27FC236}">
                <a16:creationId xmlns:a16="http://schemas.microsoft.com/office/drawing/2014/main" id="{02C0689C-DF9E-4167-B2E7-61F1685726D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06" imgH="306" progId="TCLayout.ActiveDocument.1">
                  <p:embed/>
                </p:oleObj>
              </mc:Choice>
              <mc:Fallback>
                <p:oleObj name="think-cell Slide" r:id="rId6" imgW="306" imgH="306" progId="TCLayout.ActiveDocument.1">
                  <p:embed/>
                  <p:pic>
                    <p:nvPicPr>
                      <p:cNvPr id="27" name="Object 2" hidden="1">
                        <a:extLst>
                          <a:ext uri="{FF2B5EF4-FFF2-40B4-BE49-F238E27FC236}">
                            <a16:creationId xmlns:a16="http://schemas.microsoft.com/office/drawing/2014/main" id="{02C0689C-DF9E-4167-B2E7-61F1685726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6D161236-DE94-4E34-B779-B1E70365495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82372"/>
            <a:ext cx="11082528" cy="731520"/>
          </a:xfrm>
        </p:spPr>
        <p:txBody>
          <a:bodyPr vert="horz" wrap="square">
            <a:spAutoFit/>
          </a:bodyPr>
          <a:lstStyle/>
          <a:p>
            <a:r>
              <a:rPr lang="en-US" dirty="0"/>
              <a:t>Before hitting SEND: Review your document for responsible and professional communication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9B595A-4A1D-419F-A411-95BF44EE14CE}"/>
              </a:ext>
            </a:extLst>
          </p:cNvPr>
          <p:cNvSpPr txBox="1">
            <a:spLocks/>
          </p:cNvSpPr>
          <p:nvPr/>
        </p:nvSpPr>
        <p:spPr>
          <a:xfrm>
            <a:off x="2187499" y="1544353"/>
            <a:ext cx="4024302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Four things to sense</a:t>
            </a:r>
            <a:r>
              <a:rPr lang="en-US" b="1" dirty="0">
                <a:solidFill>
                  <a:srgbClr val="000000"/>
                </a:solidFill>
              </a:rPr>
              <a:t>-check: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LineBasicDefault 12">
            <a:extLst>
              <a:ext uri="{FF2B5EF4-FFF2-40B4-BE49-F238E27FC236}">
                <a16:creationId xmlns:a16="http://schemas.microsoft.com/office/drawing/2014/main" id="{B2DB0CA3-4E8E-4691-A329-94AD0FFD7444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>
            <a:off x="6449518" y="1899745"/>
            <a:ext cx="0" cy="4313837"/>
          </a:xfrm>
          <a:prstGeom prst="straightConnector1">
            <a:avLst/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6AEE79A-20DF-416F-B376-A97E3FB1671C}"/>
              </a:ext>
            </a:extLst>
          </p:cNvPr>
          <p:cNvSpPr txBox="1">
            <a:spLocks/>
          </p:cNvSpPr>
          <p:nvPr/>
        </p:nvSpPr>
        <p:spPr>
          <a:xfrm>
            <a:off x="6687234" y="1544353"/>
            <a:ext cx="4950728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Details to double-check: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59A136-5688-4EB5-9255-C947ED1C25BA}"/>
              </a:ext>
            </a:extLst>
          </p:cNvPr>
          <p:cNvSpPr/>
          <p:nvPr/>
        </p:nvSpPr>
        <p:spPr>
          <a:xfrm>
            <a:off x="554736" y="1899745"/>
            <a:ext cx="1359789" cy="4313838"/>
          </a:xfrm>
          <a:prstGeom prst="rect">
            <a:avLst/>
          </a:prstGeom>
          <a:solidFill>
            <a:schemeClr val="bg2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74CC824-FCAD-47FC-9062-B58EBF6FA59D}"/>
              </a:ext>
            </a:extLst>
          </p:cNvPr>
          <p:cNvCxnSpPr>
            <a:cxnSpLocks/>
          </p:cNvCxnSpPr>
          <p:nvPr/>
        </p:nvCxnSpPr>
        <p:spPr>
          <a:xfrm>
            <a:off x="2187499" y="2888452"/>
            <a:ext cx="4024302" cy="0"/>
          </a:xfrm>
          <a:prstGeom prst="line">
            <a:avLst/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98C7BAA-3CE9-4615-BEBB-240B75A3D0F1}"/>
              </a:ext>
            </a:extLst>
          </p:cNvPr>
          <p:cNvCxnSpPr>
            <a:cxnSpLocks/>
          </p:cNvCxnSpPr>
          <p:nvPr/>
        </p:nvCxnSpPr>
        <p:spPr>
          <a:xfrm>
            <a:off x="2187499" y="3976036"/>
            <a:ext cx="4024302" cy="0"/>
          </a:xfrm>
          <a:prstGeom prst="line">
            <a:avLst/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AA9B246-D575-43A3-9449-EA93693BBA32}"/>
              </a:ext>
            </a:extLst>
          </p:cNvPr>
          <p:cNvCxnSpPr>
            <a:cxnSpLocks/>
          </p:cNvCxnSpPr>
          <p:nvPr/>
        </p:nvCxnSpPr>
        <p:spPr>
          <a:xfrm>
            <a:off x="2187499" y="5063620"/>
            <a:ext cx="4024302" cy="0"/>
          </a:xfrm>
          <a:prstGeom prst="line">
            <a:avLst/>
          </a:prstGeom>
          <a:ln w="635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279815A-1E4B-41F5-AEC3-6ACC89490160}"/>
              </a:ext>
            </a:extLst>
          </p:cNvPr>
          <p:cNvSpPr txBox="1">
            <a:spLocks/>
          </p:cNvSpPr>
          <p:nvPr/>
        </p:nvSpPr>
        <p:spPr>
          <a:xfrm>
            <a:off x="2187499" y="3101384"/>
            <a:ext cx="4024302" cy="6617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Empathy: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Is your writing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thoughtful and empathetic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? What would a critical observer make of this?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E69877-33F4-4B0F-A4BD-466864818E54}"/>
              </a:ext>
            </a:extLst>
          </p:cNvPr>
          <p:cNvSpPr txBox="1">
            <a:spLocks/>
          </p:cNvSpPr>
          <p:nvPr/>
        </p:nvSpPr>
        <p:spPr>
          <a:xfrm>
            <a:off x="2187499" y="4096635"/>
            <a:ext cx="4024302" cy="84638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None/>
              <a:tabLst/>
              <a:defRPr/>
            </a:pPr>
            <a:r>
              <a:rPr lang="en-US" sz="1400" b="1" dirty="0">
                <a:solidFill>
                  <a:srgbClr val="000000"/>
                </a:solidFill>
              </a:rPr>
              <a:t>Neutrality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Is your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language fact-based, accurate, and neutral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? Are your visuals and messages aligned? Did you limit your use of prescriptive language to only when necessary?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1EAFCA-05AD-490C-909E-883BC9EBF993}"/>
              </a:ext>
            </a:extLst>
          </p:cNvPr>
          <p:cNvSpPr txBox="1">
            <a:spLocks/>
          </p:cNvSpPr>
          <p:nvPr/>
        </p:nvSpPr>
        <p:spPr>
          <a:xfrm>
            <a:off x="2187499" y="5184219"/>
            <a:ext cx="4024302" cy="84638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Delivery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Is your final product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sanitized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? Are you sending the document to the appropriate recipients and through the right medium? Have you included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appropriate sources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?</a:t>
            </a:r>
          </a:p>
        </p:txBody>
      </p:sp>
      <p:sp>
        <p:nvSpPr>
          <p:cNvPr id="33" name="Speech Bubble: Rectangle with Corners Rounded 32">
            <a:extLst>
              <a:ext uri="{FF2B5EF4-FFF2-40B4-BE49-F238E27FC236}">
                <a16:creationId xmlns:a16="http://schemas.microsoft.com/office/drawing/2014/main" id="{D906F3CB-4DDB-4640-8022-EBD7353EE11F}"/>
              </a:ext>
            </a:extLst>
          </p:cNvPr>
          <p:cNvSpPr>
            <a:spLocks/>
          </p:cNvSpPr>
          <p:nvPr/>
        </p:nvSpPr>
        <p:spPr>
          <a:xfrm>
            <a:off x="669034" y="2024620"/>
            <a:ext cx="1091186" cy="640080"/>
          </a:xfrm>
          <a:prstGeom prst="wedgeRoundRectCallout">
            <a:avLst>
              <a:gd name="adj1" fmla="val -10833"/>
              <a:gd name="adj2" fmla="val 78669"/>
              <a:gd name="adj3" fmla="val 16667"/>
            </a:avLst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</a:t>
            </a:r>
          </a:p>
        </p:txBody>
      </p:sp>
      <p:sp>
        <p:nvSpPr>
          <p:cNvPr id="35" name="Speech Bubble: Rectangle with Corners Rounded 34">
            <a:extLst>
              <a:ext uri="{FF2B5EF4-FFF2-40B4-BE49-F238E27FC236}">
                <a16:creationId xmlns:a16="http://schemas.microsoft.com/office/drawing/2014/main" id="{13F5CD21-FDE9-45AC-8B77-AF65AE22F979}"/>
              </a:ext>
            </a:extLst>
          </p:cNvPr>
          <p:cNvSpPr>
            <a:spLocks/>
          </p:cNvSpPr>
          <p:nvPr/>
        </p:nvSpPr>
        <p:spPr>
          <a:xfrm flipH="1">
            <a:off x="676791" y="3112204"/>
            <a:ext cx="1091186" cy="640080"/>
          </a:xfrm>
          <a:prstGeom prst="wedgeRoundRectCallout">
            <a:avLst>
              <a:gd name="adj1" fmla="val -10833"/>
              <a:gd name="adj2" fmla="val 78669"/>
              <a:gd name="adj3" fmla="val 16667"/>
            </a:avLst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</a:t>
            </a:r>
          </a:p>
        </p:txBody>
      </p:sp>
      <p:sp>
        <p:nvSpPr>
          <p:cNvPr id="38" name="Speech Bubble: Rectangle with Corners Rounded 37">
            <a:extLst>
              <a:ext uri="{FF2B5EF4-FFF2-40B4-BE49-F238E27FC236}">
                <a16:creationId xmlns:a16="http://schemas.microsoft.com/office/drawing/2014/main" id="{B6AE896B-7E53-4AD6-9E4D-E6623C11F94C}"/>
              </a:ext>
            </a:extLst>
          </p:cNvPr>
          <p:cNvSpPr>
            <a:spLocks/>
          </p:cNvSpPr>
          <p:nvPr/>
        </p:nvSpPr>
        <p:spPr>
          <a:xfrm>
            <a:off x="669034" y="4199788"/>
            <a:ext cx="1091186" cy="640080"/>
          </a:xfrm>
          <a:prstGeom prst="wedgeRoundRectCallout">
            <a:avLst>
              <a:gd name="adj1" fmla="val -10833"/>
              <a:gd name="adj2" fmla="val 78669"/>
              <a:gd name="adj3" fmla="val 16667"/>
            </a:avLst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</a:t>
            </a:r>
          </a:p>
        </p:txBody>
      </p:sp>
      <p:sp>
        <p:nvSpPr>
          <p:cNvPr id="39" name="Speech Bubble: Rectangle with Corners Rounded 38">
            <a:extLst>
              <a:ext uri="{FF2B5EF4-FFF2-40B4-BE49-F238E27FC236}">
                <a16:creationId xmlns:a16="http://schemas.microsoft.com/office/drawing/2014/main" id="{BFF7315E-075A-4E6A-B5B7-7949ED4AA83A}"/>
              </a:ext>
            </a:extLst>
          </p:cNvPr>
          <p:cNvSpPr>
            <a:spLocks/>
          </p:cNvSpPr>
          <p:nvPr/>
        </p:nvSpPr>
        <p:spPr>
          <a:xfrm flipH="1">
            <a:off x="676791" y="5287372"/>
            <a:ext cx="1091186" cy="640080"/>
          </a:xfrm>
          <a:prstGeom prst="wedgeRoundRectCallout">
            <a:avLst>
              <a:gd name="adj1" fmla="val -10833"/>
              <a:gd name="adj2" fmla="val 78669"/>
              <a:gd name="adj3" fmla="val 16667"/>
            </a:avLst>
          </a:prstGeom>
          <a:solidFill>
            <a:srgbClr val="99C4FF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DF0AAE-2F49-4569-BF64-047C0C565507}"/>
              </a:ext>
            </a:extLst>
          </p:cNvPr>
          <p:cNvSpPr txBox="1">
            <a:spLocks/>
          </p:cNvSpPr>
          <p:nvPr/>
        </p:nvSpPr>
        <p:spPr>
          <a:xfrm>
            <a:off x="2187499" y="2013800"/>
            <a:ext cx="4024302" cy="66172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lang="en-US" sz="1400" b="1" dirty="0">
                <a:solidFill>
                  <a:srgbClr val="000000"/>
                </a:solidFill>
                <a:cs typeface="Arial"/>
              </a:rPr>
              <a:t>Situation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/>
              </a:rPr>
              <a:t>Does your document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/>
              </a:rPr>
              <a:t>include context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/>
              </a:rPr>
              <a:t>? </a:t>
            </a:r>
            <a:r>
              <a:rPr lang="en-US" sz="1200" dirty="0">
                <a:solidFill>
                  <a:srgbClr val="000000"/>
                </a:solidFill>
                <a:cs typeface="Arial"/>
              </a:rPr>
              <a:t>Did you </a:t>
            </a:r>
            <a:r>
              <a:rPr lang="en-US" sz="1200" b="1" dirty="0">
                <a:solidFill>
                  <a:srgbClr val="000000"/>
                </a:solidFill>
                <a:cs typeface="Arial"/>
              </a:rPr>
              <a:t>clarify the scope and purpose </a:t>
            </a:r>
            <a:r>
              <a:rPr lang="en-US" sz="1200" dirty="0">
                <a:solidFill>
                  <a:srgbClr val="000000"/>
                </a:solidFill>
                <a:cs typeface="Arial"/>
              </a:rPr>
              <a:t>of your written work?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F18523-CC24-41E4-869C-0AF182C40B07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6687235" y="1896757"/>
            <a:ext cx="4950728" cy="418349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ct val="40000"/>
              </a:spcBef>
            </a:pPr>
            <a:r>
              <a:rPr lang="en-US" sz="1400" b="1" dirty="0"/>
              <a:t>When starting</a:t>
            </a:r>
          </a:p>
          <a:p>
            <a:pPr lvl="1">
              <a:spcBef>
                <a:spcPct val="20000"/>
              </a:spcBef>
            </a:pPr>
            <a:r>
              <a:rPr lang="en-US" sz="1200" b="1" dirty="0"/>
              <a:t>Use a clean template </a:t>
            </a:r>
            <a:r>
              <a:rPr lang="en-US" sz="1200" dirty="0"/>
              <a:t>to avoid exposing confidential data</a:t>
            </a:r>
          </a:p>
          <a:p>
            <a:pPr>
              <a:spcBef>
                <a:spcPct val="40000"/>
              </a:spcBef>
            </a:pPr>
            <a:r>
              <a:rPr lang="en-US" sz="1400" b="1" dirty="0"/>
              <a:t>When writing</a:t>
            </a:r>
          </a:p>
          <a:p>
            <a:pPr lvl="1">
              <a:spcBef>
                <a:spcPct val="20000"/>
              </a:spcBef>
            </a:pPr>
            <a:r>
              <a:rPr lang="en-US" sz="1200" b="1" dirty="0"/>
              <a:t>Use prescriptive language sparingly</a:t>
            </a:r>
            <a:r>
              <a:rPr lang="en-US" sz="1200" dirty="0"/>
              <a:t>. Default to “can consider/could” rather than “must/should”</a:t>
            </a:r>
          </a:p>
          <a:p>
            <a:pPr lvl="1">
              <a:spcBef>
                <a:spcPct val="20000"/>
              </a:spcBef>
            </a:pPr>
            <a:r>
              <a:rPr lang="en-US" sz="1200" b="1" dirty="0"/>
              <a:t>Write in neutral, fact-based language</a:t>
            </a:r>
            <a:r>
              <a:rPr lang="en-US" sz="1200" dirty="0"/>
              <a:t>. Avoid hyperbolic or insensitive language</a:t>
            </a:r>
          </a:p>
          <a:p>
            <a:pPr lvl="1">
              <a:spcBef>
                <a:spcPct val="20000"/>
              </a:spcBef>
            </a:pPr>
            <a:r>
              <a:rPr lang="en-US" sz="1200" b="1" dirty="0"/>
              <a:t>Avoid making predictions on behalf of the Firm</a:t>
            </a:r>
            <a:r>
              <a:rPr lang="en-US" sz="1200" dirty="0"/>
              <a:t>. Default to “will likely be” rather than “will be”</a:t>
            </a:r>
          </a:p>
          <a:p>
            <a:pPr lvl="1">
              <a:spcBef>
                <a:spcPct val="20000"/>
              </a:spcBef>
            </a:pPr>
            <a:r>
              <a:rPr lang="en-US" sz="1200" b="1" dirty="0"/>
              <a:t>Be thoughtful and empathetic </a:t>
            </a:r>
            <a:r>
              <a:rPr lang="en-US" sz="1200" dirty="0"/>
              <a:t>when describing vulnerable populations, controversial topics, topics involving legal risk, higher-risk studies</a:t>
            </a:r>
          </a:p>
          <a:p>
            <a:pPr>
              <a:spcBef>
                <a:spcPct val="40000"/>
              </a:spcBef>
            </a:pPr>
            <a:r>
              <a:rPr lang="en-US" sz="1400" b="1" dirty="0"/>
              <a:t>When finalizing</a:t>
            </a:r>
          </a:p>
          <a:p>
            <a:pPr lvl="1">
              <a:spcBef>
                <a:spcPct val="20000"/>
              </a:spcBef>
            </a:pPr>
            <a:r>
              <a:rPr lang="en-US" sz="1200" b="1" dirty="0"/>
              <a:t>Label sensitive pages </a:t>
            </a:r>
            <a:r>
              <a:rPr lang="en-US" sz="1200" dirty="0"/>
              <a:t>with “Preliminary Draft” and “Proprietary and Confidential”</a:t>
            </a:r>
          </a:p>
          <a:p>
            <a:pPr lvl="1">
              <a:spcBef>
                <a:spcPct val="20000"/>
              </a:spcBef>
            </a:pPr>
            <a:r>
              <a:rPr lang="en-US" sz="1200" b="1" dirty="0"/>
              <a:t>Use the Risk tab </a:t>
            </a:r>
            <a:r>
              <a:rPr lang="en-US" sz="1200" dirty="0"/>
              <a:t>to clean up drafts and check for risky language</a:t>
            </a:r>
          </a:p>
          <a:p>
            <a:pPr lvl="1">
              <a:spcBef>
                <a:spcPct val="20000"/>
              </a:spcBef>
            </a:pPr>
            <a:r>
              <a:rPr lang="en-US" sz="1200" b="1" dirty="0"/>
              <a:t>Have the document reviewed </a:t>
            </a:r>
            <a:r>
              <a:rPr lang="en-US" sz="1200" dirty="0"/>
              <a:t>by designated reviewer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E0FA093-8861-4D6E-A322-4213A0807400}"/>
              </a:ext>
            </a:extLst>
          </p:cNvPr>
          <p:cNvCxnSpPr>
            <a:cxnSpLocks/>
          </p:cNvCxnSpPr>
          <p:nvPr/>
        </p:nvCxnSpPr>
        <p:spPr>
          <a:xfrm>
            <a:off x="2187499" y="1838801"/>
            <a:ext cx="9450464" cy="0"/>
          </a:xfrm>
          <a:prstGeom prst="line">
            <a:avLst/>
          </a:prstGeom>
          <a:ln w="12700" cap="flat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7186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 hidden="1">
            <a:extLst>
              <a:ext uri="{FF2B5EF4-FFF2-40B4-BE49-F238E27FC236}">
                <a16:creationId xmlns:a16="http://schemas.microsoft.com/office/drawing/2014/main" id="{6A71A84E-8284-B9C5-C157-DD7B5CE7952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7772400" imgH="10058400" progId="TCLayout.ActiveDocument.1">
                  <p:embed/>
                </p:oleObj>
              </mc:Choice>
              <mc:Fallback>
                <p:oleObj name="think-cell Slide" r:id="rId12" imgW="7772400" imgH="10058400" progId="TCLayout.ActiveDocument.1">
                  <p:embed/>
                  <p:pic>
                    <p:nvPicPr>
                      <p:cNvPr id="5" name="Object 2" hidden="1">
                        <a:extLst>
                          <a:ext uri="{FF2B5EF4-FFF2-40B4-BE49-F238E27FC236}">
                            <a16:creationId xmlns:a16="http://schemas.microsoft.com/office/drawing/2014/main" id="{6A71A84E-8284-B9C5-C157-DD7B5CE795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1F3494A4-535C-A5B5-2CDD-5E912D91045B}"/>
              </a:ext>
            </a:extLst>
          </p:cNvPr>
          <p:cNvSpPr txBox="1">
            <a:spLocks/>
          </p:cNvSpPr>
          <p:nvPr/>
        </p:nvSpPr>
        <p:spPr>
          <a:xfrm>
            <a:off x="560489" y="541807"/>
            <a:ext cx="7142900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3000"/>
              </a:lnSpc>
              <a:spcBef>
                <a:spcPct val="0"/>
              </a:spcBef>
              <a:buNone/>
              <a:defRPr sz="2500" b="1" kern="1200" spc="0" baseline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Transform static documents to interactive experiences with Pyramid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5497442-6E46-E693-F7CE-92CC6CDC5FE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642" y="1618948"/>
            <a:ext cx="775470" cy="77547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A31D35D-2D00-17F2-F3B6-3CADC0C2534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7153" y="3629609"/>
            <a:ext cx="775470" cy="77547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CD5C62A-3BB0-D7DD-95FC-16101BA4D29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642" y="2625855"/>
            <a:ext cx="775470" cy="77547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757A4F5-C1A0-3803-D428-AE4817C8492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5394" y="4741472"/>
            <a:ext cx="618988" cy="618988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8227C35D-A622-5549-73C6-9CC58DAD123E}"/>
              </a:ext>
            </a:extLst>
          </p:cNvPr>
          <p:cNvGrpSpPr/>
          <p:nvPr/>
        </p:nvGrpSpPr>
        <p:grpSpPr>
          <a:xfrm>
            <a:off x="1645898" y="4688543"/>
            <a:ext cx="4812358" cy="694637"/>
            <a:chOff x="1476463" y="4420444"/>
            <a:chExt cx="4812358" cy="694637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E19257D-DD6D-D21E-F1FD-B496EB7C1770}"/>
                </a:ext>
              </a:extLst>
            </p:cNvPr>
            <p:cNvSpPr txBox="1"/>
            <p:nvPr/>
          </p:nvSpPr>
          <p:spPr>
            <a:xfrm>
              <a:off x="1476463" y="4420444"/>
              <a:ext cx="4812358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b="1" dirty="0" err="1">
                  <a:solidFill>
                    <a:schemeClr val="accent3"/>
                  </a:solidFill>
                </a:rPr>
                <a:t>McK</a:t>
              </a:r>
              <a:r>
                <a:rPr lang="en-US" b="1" dirty="0">
                  <a:solidFill>
                    <a:schemeClr val="accent3"/>
                  </a:solidFill>
                </a:rPr>
                <a:t> Directory </a:t>
              </a:r>
              <a:r>
                <a:rPr lang="en-US" dirty="0"/>
                <a:t>generates a team slide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DD6FEB5-266A-34E0-32DE-D57C34C4AE54}"/>
                </a:ext>
              </a:extLst>
            </p:cNvPr>
            <p:cNvSpPr txBox="1">
              <a:spLocks/>
            </p:cNvSpPr>
            <p:nvPr>
              <p:custDataLst>
                <p:tags r:id="rId9"/>
              </p:custDataLst>
            </p:nvPr>
          </p:nvSpPr>
          <p:spPr>
            <a:xfrm>
              <a:off x="1476463" y="4736982"/>
              <a:ext cx="3329438" cy="184666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sz="1200" dirty="0"/>
                <a:t>Simply type firm member names to create a slide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FA8EFF6-8932-2355-4FC4-D3F1A9AED118}"/>
                </a:ext>
              </a:extLst>
            </p:cNvPr>
            <p:cNvSpPr txBox="1">
              <a:spLocks/>
            </p:cNvSpPr>
            <p:nvPr>
              <p:custDataLst>
                <p:tags r:id="rId10"/>
              </p:custDataLst>
            </p:nvPr>
          </p:nvSpPr>
          <p:spPr>
            <a:xfrm>
              <a:off x="1476463" y="4991970"/>
              <a:ext cx="4571955" cy="123111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sz="800" dirty="0">
                  <a:solidFill>
                    <a:schemeClr val="accent3"/>
                  </a:solidFill>
                </a:rPr>
                <a:t>Home tab / Insert tab &gt; </a:t>
              </a:r>
              <a:r>
                <a:rPr lang="en-US" sz="800" dirty="0" err="1">
                  <a:solidFill>
                    <a:schemeClr val="accent3"/>
                  </a:solidFill>
                </a:rPr>
                <a:t>McK</a:t>
              </a:r>
              <a:r>
                <a:rPr lang="en-US" sz="800" dirty="0">
                  <a:solidFill>
                    <a:schemeClr val="accent3"/>
                  </a:solidFill>
                </a:rPr>
                <a:t> Directory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524B387-6C1B-1845-145A-FA46056EE302}"/>
              </a:ext>
            </a:extLst>
          </p:cNvPr>
          <p:cNvGrpSpPr/>
          <p:nvPr/>
        </p:nvGrpSpPr>
        <p:grpSpPr>
          <a:xfrm>
            <a:off x="1645898" y="3681503"/>
            <a:ext cx="4812358" cy="694632"/>
            <a:chOff x="1476463" y="3451015"/>
            <a:chExt cx="4812358" cy="69463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CBB3D1D-7EA6-7BDA-D8BC-DE88240F3DCE}"/>
                </a:ext>
              </a:extLst>
            </p:cNvPr>
            <p:cNvSpPr txBox="1"/>
            <p:nvPr/>
          </p:nvSpPr>
          <p:spPr>
            <a:xfrm>
              <a:off x="1476463" y="3451015"/>
              <a:ext cx="4812358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b="1" dirty="0">
                  <a:solidFill>
                    <a:schemeClr val="accent3"/>
                  </a:solidFill>
                </a:rPr>
                <a:t>Image Gallery </a:t>
              </a:r>
              <a:r>
                <a:rPr lang="en-US" dirty="0"/>
                <a:t>showcases a set of images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1ED2DF5-B133-91F0-495A-C514E3C03467}"/>
                </a:ext>
              </a:extLst>
            </p:cNvPr>
            <p:cNvSpPr txBox="1">
              <a:spLocks/>
            </p:cNvSpPr>
            <p:nvPr>
              <p:custDataLst>
                <p:tags r:id="rId7"/>
              </p:custDataLst>
            </p:nvPr>
          </p:nvSpPr>
          <p:spPr>
            <a:xfrm>
              <a:off x="1476463" y="3767553"/>
              <a:ext cx="4571955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sz="1200" dirty="0"/>
                <a:t>Like Image Zoom, but with multiple objects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6F462B2-D36D-17C6-AC3E-712E521AD5F8}"/>
                </a:ext>
              </a:extLst>
            </p:cNvPr>
            <p:cNvSpPr txBox="1">
              <a:spLocks/>
            </p:cNvSpPr>
            <p:nvPr>
              <p:custDataLst>
                <p:tags r:id="rId8"/>
              </p:custDataLst>
            </p:nvPr>
          </p:nvSpPr>
          <p:spPr>
            <a:xfrm>
              <a:off x="1476463" y="4022536"/>
              <a:ext cx="2216954" cy="123111"/>
            </a:xfrm>
            <a:prstGeom prst="rect">
              <a:avLst/>
            </a:prstGeom>
          </p:spPr>
          <p:txBody>
            <a:bodyPr vert="horz" wrap="non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sz="800" dirty="0">
                  <a:solidFill>
                    <a:schemeClr val="accent3"/>
                  </a:solidFill>
                </a:rPr>
                <a:t>Home tab / Insert tab &gt; Pyramid &gt; Image Gallery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8E5A6BB-DA20-CD9B-A8CE-62B5CEB4FFE5}"/>
              </a:ext>
            </a:extLst>
          </p:cNvPr>
          <p:cNvGrpSpPr/>
          <p:nvPr/>
        </p:nvGrpSpPr>
        <p:grpSpPr>
          <a:xfrm>
            <a:off x="1645898" y="2674464"/>
            <a:ext cx="4571955" cy="694632"/>
            <a:chOff x="1476463" y="2481586"/>
            <a:chExt cx="4571955" cy="69463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185FF55-2BFA-58F9-DA31-CD3F82BA2EC2}"/>
                </a:ext>
              </a:extLst>
            </p:cNvPr>
            <p:cNvSpPr txBox="1"/>
            <p:nvPr/>
          </p:nvSpPr>
          <p:spPr>
            <a:xfrm>
              <a:off x="1476463" y="2481586"/>
              <a:ext cx="4571955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b="1" dirty="0">
                  <a:solidFill>
                    <a:schemeClr val="accent3"/>
                  </a:solidFill>
                </a:rPr>
                <a:t>Image Zoom </a:t>
              </a:r>
              <a:r>
                <a:rPr lang="en-US" dirty="0"/>
                <a:t>displays images larger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EE03948-535D-F3CF-E73B-CF8E1719DD35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>
            <a:xfrm>
              <a:off x="1476463" y="2798124"/>
              <a:ext cx="4571955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sz="1200"/>
                <a:t>Highlight an image for more clarity</a:t>
              </a:r>
              <a:endParaRPr lang="en-US" sz="12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0B31625-9A15-CB2B-7956-192785B32968}"/>
                </a:ext>
              </a:extLst>
            </p:cNvPr>
            <p:cNvSpPr txBox="1">
              <a:spLocks/>
            </p:cNvSpPr>
            <p:nvPr>
              <p:custDataLst>
                <p:tags r:id="rId6"/>
              </p:custDataLst>
            </p:nvPr>
          </p:nvSpPr>
          <p:spPr>
            <a:xfrm>
              <a:off x="1476463" y="3053107"/>
              <a:ext cx="4571955" cy="123111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sz="800" dirty="0">
                  <a:solidFill>
                    <a:schemeClr val="accent3"/>
                  </a:solidFill>
                </a:rPr>
                <a:t>Home tab / Insert tab &gt; Pyramid &gt; Image Zoom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06ABBEB-7F4E-6286-A094-1063B6FC4703}"/>
              </a:ext>
            </a:extLst>
          </p:cNvPr>
          <p:cNvGrpSpPr/>
          <p:nvPr/>
        </p:nvGrpSpPr>
        <p:grpSpPr>
          <a:xfrm>
            <a:off x="1645898" y="1667425"/>
            <a:ext cx="5050403" cy="694632"/>
            <a:chOff x="1476463" y="1512157"/>
            <a:chExt cx="5050403" cy="694632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57A569F-7975-0E5F-A4E5-C719B827D171}"/>
                </a:ext>
              </a:extLst>
            </p:cNvPr>
            <p:cNvSpPr txBox="1"/>
            <p:nvPr/>
          </p:nvSpPr>
          <p:spPr>
            <a:xfrm>
              <a:off x="1476463" y="1512157"/>
              <a:ext cx="5050403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b="1" dirty="0" err="1">
                  <a:solidFill>
                    <a:schemeClr val="accent3"/>
                  </a:solidFill>
                </a:rPr>
                <a:t>Infocard</a:t>
              </a:r>
              <a:r>
                <a:rPr lang="en-US" b="1" dirty="0"/>
                <a:t> </a:t>
              </a:r>
              <a:r>
                <a:rPr lang="en-US" dirty="0"/>
                <a:t>gives more detail to an object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B528F95-744C-206A-E1A5-AF6EFEF816BA}"/>
                </a:ext>
              </a:extLst>
            </p:cNvPr>
            <p:cNvSpPr txBox="1">
              <a:spLocks/>
            </p:cNvSpPr>
            <p:nvPr>
              <p:custDataLst>
                <p:tags r:id="rId3"/>
              </p:custDataLst>
            </p:nvPr>
          </p:nvSpPr>
          <p:spPr>
            <a:xfrm>
              <a:off x="1476463" y="1828695"/>
              <a:ext cx="4711942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sz="1200" dirty="0"/>
                <a:t>Keep your document concise by hiding the details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65E0472-2679-E697-A33E-B0A652A72AEA}"/>
                </a:ext>
              </a:extLst>
            </p:cNvPr>
            <p:cNvSpPr txBox="1">
              <a:spLocks/>
            </p:cNvSpPr>
            <p:nvPr>
              <p:custDataLst>
                <p:tags r:id="rId4"/>
              </p:custDataLst>
            </p:nvPr>
          </p:nvSpPr>
          <p:spPr>
            <a:xfrm>
              <a:off x="1476463" y="2083678"/>
              <a:ext cx="4711942" cy="123111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sz="800" dirty="0">
                  <a:solidFill>
                    <a:schemeClr val="accent3"/>
                  </a:solidFill>
                </a:rPr>
                <a:t>Home tab / Insert tab &gt; Pyramid &gt; </a:t>
              </a:r>
              <a:r>
                <a:rPr lang="en-US" sz="800" dirty="0" err="1">
                  <a:solidFill>
                    <a:schemeClr val="accent3"/>
                  </a:solidFill>
                </a:rPr>
                <a:t>Infocard</a:t>
              </a:r>
              <a:endParaRPr lang="en-US" sz="800" dirty="0">
                <a:solidFill>
                  <a:schemeClr val="accent3"/>
                </a:solidFill>
              </a:endParaRPr>
            </a:p>
          </p:txBody>
        </p:sp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EAF6B87D-49CC-26CE-E77C-CDDB7155720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33290" y="0"/>
            <a:ext cx="4941557" cy="5361124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F39A2D4C-C342-4B7B-30F0-908E94726C7D}"/>
              </a:ext>
            </a:extLst>
          </p:cNvPr>
          <p:cNvSpPr/>
          <p:nvPr/>
        </p:nvSpPr>
        <p:spPr>
          <a:xfrm>
            <a:off x="933748" y="5869098"/>
            <a:ext cx="9088097" cy="33855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See over two dozen more time-saving tips on the PowerPoint pages of the</a:t>
            </a: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sz="1600" dirty="0">
                <a:solidFill>
                  <a:srgbClr val="0098F9"/>
                </a:solidFill>
                <a:latin typeface="Arial" panose="020B0604020202020204" pitchFamily="34" charset="0"/>
                <a:hlinkClick r:id="rId19"/>
              </a:rPr>
              <a:t>GHD website</a:t>
            </a:r>
            <a:endParaRPr lang="en-US" sz="16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53" name="LineContentSeparatorDefault 46">
            <a:extLst>
              <a:ext uri="{FF2B5EF4-FFF2-40B4-BE49-F238E27FC236}">
                <a16:creationId xmlns:a16="http://schemas.microsoft.com/office/drawing/2014/main" id="{7BD441BF-F704-FA97-4B68-EF732C53A31B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>
            <a:off x="609384" y="5751027"/>
            <a:ext cx="10973232" cy="0"/>
          </a:xfrm>
          <a:prstGeom prst="straightConnector1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Graphic 53">
            <a:extLst>
              <a:ext uri="{FF2B5EF4-FFF2-40B4-BE49-F238E27FC236}">
                <a16:creationId xmlns:a16="http://schemas.microsoft.com/office/drawing/2014/main" id="{85B64161-5E87-20BA-ED54-04F5A654CB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2564976">
            <a:off x="556729" y="5922585"/>
            <a:ext cx="403941" cy="403941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66ABE4BE-63E5-BF11-A203-B607E9A7D42A}"/>
              </a:ext>
            </a:extLst>
          </p:cNvPr>
          <p:cNvSpPr/>
          <p:nvPr/>
        </p:nvSpPr>
        <p:spPr>
          <a:xfrm>
            <a:off x="7789653" y="5427513"/>
            <a:ext cx="2464191" cy="27699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/>
            <a:r>
              <a:rPr lang="en-US" sz="1200" dirty="0"/>
              <a:t>List of shortcuts: </a:t>
            </a:r>
            <a:r>
              <a:rPr lang="en-US" sz="1200" b="1" dirty="0" err="1"/>
              <a:t>Ctrl+Alt+Q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6705233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THINKCELLPRESENTATIONDONOTDELETE" val="&lt;?xml version=&quot;1.0&quot; encoding=&quot;UTF-16&quot; standalone=&quot;yes&quot;?&gt;&lt;root reqver=&quot;25060&quot;&gt;&lt;version val=&quot;2814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  <p:tag name="TEMPLATELASTEDITED" val="2024-05-30 01:34 P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uZ.dr0dtPKYSWmGw_6Y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QibaDMIQaIJXCExx3CS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d9z.T0ityQiOhevFTgF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.LyJP9Ef7CM8T6PUBqd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YhlT7lGQomWkE8tnMs3lw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Checkmark"/>
  <p:tag name="CIRCLESTATUS" val="Blu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MBOLNAME" val="X"/>
  <p:tag name="CIRCLESTATUS" val="Blu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.6"/>
  <p:tag name="2LEVEL" val="0.3"/>
  <p:tag name="3LEVEL" val="0.15"/>
  <p:tag name="4LEVEL" val="0.08"/>
  <p:tag name="5LEVEL" val="0.04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.6"/>
  <p:tag name="2LEVEL" val="0.3"/>
  <p:tag name="3LEVEL" val="0.15"/>
  <p:tag name="4LEVEL" val="0.08"/>
  <p:tag name="5LEVEL" val="0.04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z9XNU4EM40CnztqwcQJiA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8aEULAlytEmoKDPnzJ1pA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jYkrerKR9GGOfNPB4udA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Xpper1Es.bFXmZVU0RcA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HO0CyCvT9Kh8.7VOzXDQQ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_EUAPi7_8bdDO2CTelfEA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jYkrerKR9GGOfNPB4udA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SsCJPJTwUI5XFqJjlXI9w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gMKLZMkNCkeB5EagGWbxw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Default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.4"/>
  <p:tag name="2LEVEL" val="0.2"/>
  <p:tag name="3LEVEL" val="0.1"/>
  <p:tag name="4LEVEL" val="0.05"/>
  <p:tag name="5LEVEL" val="0.03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  <p:tag name="INDENTLEVEL" val="1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  <p:tag name="INDENTLEVEL" val="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  <p:tag name="INDENTLEVEL" val="1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  <p:tag name="INDENTLEVEL" val="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  <p:tag name="INDENTLEVEL" val="1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  <p:tag name="INDENTLEVEL" val="1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1LEVEL" val="0"/>
  <p:tag name="2LEVEL" val="0"/>
  <p:tag name="3LEVEL" val="0"/>
  <p:tag name="4LEVEL" val="0"/>
  <p:tag name="5LEVEL" val="0"/>
</p:tagLst>
</file>

<file path=ppt/theme/theme1.xml><?xml version="1.0" encoding="utf-8"?>
<a:theme xmlns:a="http://schemas.openxmlformats.org/drawingml/2006/main" name="White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61F79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1F40E6"/>
      </a:hlink>
      <a:folHlink>
        <a:srgbClr val="8C5AC8"/>
      </a:folHlink>
    </a:clrScheme>
    <a:fontScheme name="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61F79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 900">
      <a:srgbClr val="061F79"/>
    </a:custClr>
    <a:custClr name="Electric Blue 700">
      <a:srgbClr val="1537BA"/>
    </a:custClr>
    <a:custClr name="Electric Blue 500">
      <a:srgbClr val="2251FF"/>
    </a:custClr>
    <a:custClr name="Electric Blue 300">
      <a:srgbClr val="5E9DFF"/>
    </a:custClr>
    <a:custClr name="Electric Blue 200">
      <a:srgbClr val="99C4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Deep Blue 900">
      <a:srgbClr val="051C2C"/>
    </a:custClr>
    <a:custClr name="Electric Blue 800">
      <a:srgbClr val="0E2B99"/>
    </a:custClr>
    <a:custClr name="Electric Blue 500">
      <a:srgbClr val="2251FF"/>
    </a:custClr>
    <a:custClr name="Electric Blue 200">
      <a:srgbClr val="99C4FF"/>
    </a:custClr>
    <a:custClr name="Gray 10%">
      <a:srgbClr val="E6E6E6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Marine Green 900">
      <a:srgbClr val="108980"/>
    </a:custClr>
    <a:custClr name="Marine Green 700">
      <a:srgbClr val="14B8AB"/>
    </a:custClr>
    <a:custClr name="Marine Green 500">
      <a:srgbClr val="0BDACB"/>
    </a:custClr>
    <a:custClr name="Marine Green 300">
      <a:srgbClr val="75F0E7"/>
    </a:custClr>
    <a:custClr name="Sand Neutral 300">
      <a:srgbClr val="E6D7BC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900">
      <a:srgbClr val="051C2C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CA853051-14C5-410C-8048-8ECA5C4E8371}"/>
    </a:ext>
  </a:extLst>
</a:theme>
</file>

<file path=ppt/theme/theme2.xml><?xml version="1.0" encoding="utf-8"?>
<a:theme xmlns:a="http://schemas.openxmlformats.org/drawingml/2006/main" name="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Cyan 200">
      <a:srgbClr val="99E6FF"/>
    </a:custClr>
    <a:custClr name="Cyan 300">
      <a:srgbClr val="6ECBF7"/>
    </a:custClr>
    <a:custClr name="Cyan 500">
      <a:srgbClr val="00A9F4"/>
    </a:custClr>
    <a:custClr name="Cyan 700">
      <a:srgbClr val="0679C3"/>
    </a:custClr>
    <a:custClr name="Cyan 900">
      <a:srgbClr val="084D91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Cyan 700">
      <a:srgbClr val="0679C3"/>
    </a:custClr>
    <a:custClr name="Cyan 300">
      <a:srgbClr val="6ECBF7"/>
    </a:custClr>
    <a:custClr name="Gray 10%">
      <a:srgbClr val="E6E6E6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900">
      <a:srgbClr val="108980"/>
    </a:custClr>
    <a:custClr name="Marine Green 600">
      <a:srgbClr val="10CBBC"/>
    </a:custClr>
    <a:custClr name="Sand Neutral 300">
      <a:srgbClr val="E6D7BC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Electric Blue 900">
      <a:srgbClr val="061F79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700">
      <a:srgbClr val="103559"/>
    </a:custClr>
    <a:custClr name="Deep Blue 600">
      <a:srgbClr val="1B456E"/>
    </a:custClr>
    <a:custClr name="Deep Blue 500">
      <a:srgbClr val="2B5580"/>
    </a:custClr>
    <a:custClr name="Deep Blue 300">
      <a:srgbClr val="5380AC"/>
    </a:custClr>
    <a:custClr name="Deep Blue 200">
      <a:srgbClr val="82A6C9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229FB231-AA91-4194-80BE-BFCE94AB411C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Scheme 2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B347756AEE8344BB28CD44EC2B7328" ma:contentTypeVersion="14" ma:contentTypeDescription="Create a new document." ma:contentTypeScope="" ma:versionID="7848285eb86c98fd3225cd5e062a9123">
  <xsd:schema xmlns:xsd="http://www.w3.org/2001/XMLSchema" xmlns:xs="http://www.w3.org/2001/XMLSchema" xmlns:p="http://schemas.microsoft.com/office/2006/metadata/properties" xmlns:ns2="c1ca735a-14db-4567-a159-d67c2473f960" xmlns:ns3="a97def03-4829-427a-a25e-2157731fbb05" targetNamespace="http://schemas.microsoft.com/office/2006/metadata/properties" ma:root="true" ma:fieldsID="b59c3fcbebbca2e69bd6f4f4a8da0cee" ns2:_="" ns3:_="">
    <xsd:import namespace="c1ca735a-14db-4567-a159-d67c2473f960"/>
    <xsd:import namespace="a97def03-4829-427a-a25e-2157731fbb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ca735a-14db-4567-a159-d67c2473f9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18eb3a52-a9ad-454e-96a1-46bb4cd16a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7def03-4829-427a-a25e-2157731fbb0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42e6c6cb-bb7d-451c-b4ef-6310a7d27395}" ma:internalName="TaxCatchAll" ma:showField="CatchAllData" ma:web="a97def03-4829-427a-a25e-2157731fbb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ca735a-14db-4567-a159-d67c2473f960">
      <Terms xmlns="http://schemas.microsoft.com/office/infopath/2007/PartnerControls"/>
    </lcf76f155ced4ddcb4097134ff3c332f>
    <TaxCatchAll xmlns="a97def03-4829-427a-a25e-2157731fbb05" xsi:nil="true"/>
  </documentManagement>
</p:properties>
</file>

<file path=customXml/itemProps1.xml><?xml version="1.0" encoding="utf-8"?>
<ds:datastoreItem xmlns:ds="http://schemas.openxmlformats.org/officeDocument/2006/customXml" ds:itemID="{F4E74280-4338-4575-9228-D65BD4AFFA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ca735a-14db-4567-a159-d67c2473f960"/>
    <ds:schemaRef ds:uri="a97def03-4829-427a-a25e-2157731fbb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B50EE39-9B4D-4C3C-8505-D8D6A5EC6B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DF283F-4B82-4892-8EF9-70B9B3E3286B}">
  <ds:schemaRefs>
    <ds:schemaRef ds:uri="http://schemas.microsoft.com/office/2006/metadata/properties"/>
    <ds:schemaRef ds:uri="http://schemas.microsoft.com/office/infopath/2007/PartnerControls"/>
    <ds:schemaRef ds:uri="c1ca735a-14db-4567-a159-d67c2473f960"/>
    <ds:schemaRef ds:uri="a97def03-4829-427a-a25e-2157731fbb0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797</Words>
  <Application>Microsoft Office PowerPoint</Application>
  <PresentationFormat>Widescreen</PresentationFormat>
  <Paragraphs>97</Paragraphs>
  <Slides>8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Georgia</vt:lpstr>
      <vt:lpstr>Segoe UI</vt:lpstr>
      <vt:lpstr>Wingdings</vt:lpstr>
      <vt:lpstr>White</vt:lpstr>
      <vt:lpstr>Contrast</vt:lpstr>
      <vt:lpstr>think-cell Slide</vt:lpstr>
      <vt:lpstr>One Firm Template</vt:lpstr>
      <vt:lpstr>Context for this document</vt:lpstr>
      <vt:lpstr>Executive summary</vt:lpstr>
      <vt:lpstr>Agenda</vt:lpstr>
      <vt:lpstr>Slide titles should be one or two lines – for longer titles and additional layout options, right click the slide and select ‘Layout’</vt:lpstr>
      <vt:lpstr>Agenda</vt:lpstr>
      <vt:lpstr>Before hitting SEND: Review your document for responsible and professional communication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Alan Ma</dc:creator>
  <cp:keywords/>
  <dc:description/>
  <cp:lastModifiedBy>Alan Ma</cp:lastModifiedBy>
  <cp:revision>1</cp:revision>
  <cp:lastPrinted>2018-10-30T20:37:12Z</cp:lastPrinted>
  <dcterms:created xsi:type="dcterms:W3CDTF">2026-05-18T20:07:02Z</dcterms:created>
  <dcterms:modified xsi:type="dcterms:W3CDTF">2026-05-18T20:07:15Z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2024-05-30 01:34 PM</vt:lpwstr>
  </property>
  <property fmtid="{D5CDD505-2E9C-101B-9397-08002B2CF9AE}" pid="8" name="TemplateCreated">
    <vt:lpwstr>2019-02-27 01:18 PM</vt:lpwstr>
  </property>
  <property fmtid="{D5CDD505-2E9C-101B-9397-08002B2CF9AE}" pid="9" name="ContentTypeId">
    <vt:lpwstr>0x010100F2B347756AEE8344BB28CD44EC2B7328</vt:lpwstr>
  </property>
  <property fmtid="{D5CDD505-2E9C-101B-9397-08002B2CF9AE}" pid="10" name="MSIP_Label_83303d7c-e5a3-4cc8-90eb-69bfd7570ac4_Enabled">
    <vt:lpwstr>true</vt:lpwstr>
  </property>
  <property fmtid="{D5CDD505-2E9C-101B-9397-08002B2CF9AE}" pid="11" name="MSIP_Label_83303d7c-e5a3-4cc8-90eb-69bfd7570ac4_SetDate">
    <vt:lpwstr>2026-05-18T20:07:08Z</vt:lpwstr>
  </property>
  <property fmtid="{D5CDD505-2E9C-101B-9397-08002B2CF9AE}" pid="12" name="MSIP_Label_83303d7c-e5a3-4cc8-90eb-69bfd7570ac4_Method">
    <vt:lpwstr>Standard</vt:lpwstr>
  </property>
  <property fmtid="{D5CDD505-2E9C-101B-9397-08002B2CF9AE}" pid="13" name="MSIP_Label_83303d7c-e5a3-4cc8-90eb-69bfd7570ac4_Name">
    <vt:lpwstr>Client Confidential Information-SLV1</vt:lpwstr>
  </property>
  <property fmtid="{D5CDD505-2E9C-101B-9397-08002B2CF9AE}" pid="14" name="MSIP_Label_83303d7c-e5a3-4cc8-90eb-69bfd7570ac4_SiteId">
    <vt:lpwstr>cc8936bc-9382-4fff-87cb-6f55999549e7</vt:lpwstr>
  </property>
  <property fmtid="{D5CDD505-2E9C-101B-9397-08002B2CF9AE}" pid="15" name="MSIP_Label_83303d7c-e5a3-4cc8-90eb-69bfd7570ac4_ActionId">
    <vt:lpwstr>df570c3d-eb42-4612-8552-f488b94575c6</vt:lpwstr>
  </property>
  <property fmtid="{D5CDD505-2E9C-101B-9397-08002B2CF9AE}" pid="16" name="MSIP_Label_83303d7c-e5a3-4cc8-90eb-69bfd7570ac4_ContentBits">
    <vt:lpwstr>0</vt:lpwstr>
  </property>
  <property fmtid="{D5CDD505-2E9C-101B-9397-08002B2CF9AE}" pid="17" name="MSIP_Label_83303d7c-e5a3-4cc8-90eb-69bfd7570ac4_Tag">
    <vt:lpwstr>10, 3, 0, 1</vt:lpwstr>
  </property>
</Properties>
</file>